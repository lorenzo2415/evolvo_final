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7c7145cab74984" /><Relationship Type="http://schemas.openxmlformats.org/officeDocument/2006/relationships/extended-properties" Target="/docProps/app.xml" Id="Refd5ee4d72b34197" /><Relationship Type="http://schemas.openxmlformats.org/officeDocument/2006/relationships/officeDocument" Target="/ppt/presentation.xml" Id="R726809e3074e41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4d6e276ee04ff1"/>
  </p:sldMasterIdLst>
  <p:notesMasterIdLst>
    <p:notesMasterId xmlns:r="http://schemas.openxmlformats.org/officeDocument/2006/relationships" r:id="R24dc05522b8a47a3"/>
  </p:notesMasterIdLst>
  <p:sldIdLst>
    <p:sldId xmlns:r="http://schemas.openxmlformats.org/officeDocument/2006/relationships" id="256" r:id="R1db1c840cdcd4745"/>
    <p:sldId xmlns:r="http://schemas.openxmlformats.org/officeDocument/2006/relationships" id="257" r:id="R5fa228b3970b4e7f"/>
    <p:sldId xmlns:r="http://schemas.openxmlformats.org/officeDocument/2006/relationships" id="258" r:id="Rf1463d1ae6bd4dd8"/>
    <p:sldId xmlns:r="http://schemas.openxmlformats.org/officeDocument/2006/relationships" id="259" r:id="R09c9e9d11d3f492f"/>
    <p:sldId xmlns:r="http://schemas.openxmlformats.org/officeDocument/2006/relationships" id="260" r:id="Rf184bdcfb5084857"/>
    <p:sldId xmlns:r="http://schemas.openxmlformats.org/officeDocument/2006/relationships" id="261" r:id="R75f04d6ee71a4973"/>
    <p:sldId xmlns:r="http://schemas.openxmlformats.org/officeDocument/2006/relationships" id="262" r:id="R443c09d5b7af44a0"/>
    <p:sldId xmlns:r="http://schemas.openxmlformats.org/officeDocument/2006/relationships" id="263" r:id="R29d4626261ba4c62"/>
    <p:sldId xmlns:r="http://schemas.openxmlformats.org/officeDocument/2006/relationships" id="264" r:id="R04b3d0f80db9404b"/>
    <p:sldId xmlns:r="http://schemas.openxmlformats.org/officeDocument/2006/relationships" id="265" r:id="Rfdc17778da794a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1d95a1663d467a" /><Relationship Type="http://schemas.openxmlformats.org/officeDocument/2006/relationships/slideMaster" Target="/ppt/slideMasters/slideMaster1.xml" Id="R974d6e276ee04ff1" /><Relationship Type="http://schemas.openxmlformats.org/officeDocument/2006/relationships/notesMaster" Target="/ppt/notesMasters/notesMaster1.xml" Id="R24dc05522b8a47a3" /><Relationship Type="http://schemas.openxmlformats.org/officeDocument/2006/relationships/presProps" Target="/ppt/presProps.xml" Id="Rb9537b89d0e7443e" /><Relationship Type="http://schemas.openxmlformats.org/officeDocument/2006/relationships/tableStyles" Target="/ppt/tableStyles.xml" Id="Ra7f21887e3c142fa" /><Relationship Type="http://schemas.openxmlformats.org/officeDocument/2006/relationships/slide" Target="/ppt/slides/slide1.xml" Id="R1db1c840cdcd4745" /><Relationship Type="http://schemas.openxmlformats.org/officeDocument/2006/relationships/slide" Target="/ppt/slides/slide2.xml" Id="R5fa228b3970b4e7f" /><Relationship Type="http://schemas.openxmlformats.org/officeDocument/2006/relationships/slide" Target="/ppt/slides/slide3.xml" Id="Rf1463d1ae6bd4dd8" /><Relationship Type="http://schemas.openxmlformats.org/officeDocument/2006/relationships/slide" Target="/ppt/slides/slide4.xml" Id="R09c9e9d11d3f492f" /><Relationship Type="http://schemas.openxmlformats.org/officeDocument/2006/relationships/slide" Target="/ppt/slides/slide5.xml" Id="Rf184bdcfb5084857" /><Relationship Type="http://schemas.openxmlformats.org/officeDocument/2006/relationships/slide" Target="/ppt/slides/slide6.xml" Id="R75f04d6ee71a4973" /><Relationship Type="http://schemas.openxmlformats.org/officeDocument/2006/relationships/slide" Target="/ppt/slides/slide7.xml" Id="R443c09d5b7af44a0" /><Relationship Type="http://schemas.openxmlformats.org/officeDocument/2006/relationships/slide" Target="/ppt/slides/slide8.xml" Id="R29d4626261ba4c62" /><Relationship Type="http://schemas.openxmlformats.org/officeDocument/2006/relationships/slide" Target="/ppt/slides/slide9.xml" Id="R04b3d0f80db9404b" /><Relationship Type="http://schemas.openxmlformats.org/officeDocument/2006/relationships/slide" Target="/ppt/slides/slide10.xml" Id="Rfdc17778da794a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b2cfeb3b794d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6e7ebe256344f0" /><Relationship Type="http://schemas.openxmlformats.org/officeDocument/2006/relationships/notesMaster" Target="/ppt/notesMasters/notesMaster1.xml" Id="R5ea58cef105c46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0d580fd0e94f65" /><Relationship Type="http://schemas.openxmlformats.org/officeDocument/2006/relationships/notesMaster" Target="/ppt/notesMasters/notesMaster1.xml" Id="R0e0e86e54f3b43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c05d058b3246c8" /><Relationship Type="http://schemas.openxmlformats.org/officeDocument/2006/relationships/notesMaster" Target="/ppt/notesMasters/notesMaster1.xml" Id="Rfb9a2e75b9f848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61b810b4ed4c6a" /><Relationship Type="http://schemas.openxmlformats.org/officeDocument/2006/relationships/notesMaster" Target="/ppt/notesMasters/notesMaster1.xml" Id="Rae02c64c9edf4e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2339de86424010" /><Relationship Type="http://schemas.openxmlformats.org/officeDocument/2006/relationships/notesMaster" Target="/ppt/notesMasters/notesMaster1.xml" Id="R45863d2f4cb945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1eb839b3f14262" /><Relationship Type="http://schemas.openxmlformats.org/officeDocument/2006/relationships/notesMaster" Target="/ppt/notesMasters/notesMaster1.xml" Id="Rc2e280a07e1f47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aaf35905064b3c" /><Relationship Type="http://schemas.openxmlformats.org/officeDocument/2006/relationships/notesMaster" Target="/ppt/notesMasters/notesMaster1.xml" Id="R5dbbd93d972341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d7b0b32bdb425f" /><Relationship Type="http://schemas.openxmlformats.org/officeDocument/2006/relationships/notesMaster" Target="/ppt/notesMasters/notesMaster1.xml" Id="R1c3746be1ccc4f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b18404021044554" /><Relationship Type="http://schemas.openxmlformats.org/officeDocument/2006/relationships/notesMaster" Target="/ppt/notesMasters/notesMaster1.xml" Id="R7023f71d1a174ab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1216acc2a04720" /><Relationship Type="http://schemas.openxmlformats.org/officeDocument/2006/relationships/notesMaster" Target="/ppt/notesMasters/notesMaster1.xml" Id="R4597d920605b40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 Evolvo como uma plataforma de apoio. Ele complementa escola, cursinho e professores ao transformar respostas em prioridades de treino.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o problema não é falta de conteúdo. O desafio é transformar muitos resultados em uma próxima ação clara e justificável.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que a tela inicial resume desempenho, pontos de atenção e treinos sugeridos. A IA generativa não controla o plano, então o núcleo da plataforma continua funcional sem créditos externos.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Demonstre a escolha da quantidade e das matérias, depois explique que a conclusão grava respostas e gera uma análise por assunto.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Destaque que plano e rotina são diferentes. O plano mostra o caminho completo, enquanto a rotina apresenta apenas o dia.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o botão que ativa o modo simulado, a escolha de matérias e depois a tela de desempenho calculada a partir de respostas persistidas.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a IA é um serviço opcional e que a correção humana possui fila persistida. Nenhuma estimativa é apresentada como nota oficial do Inep.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a área docente como expansão do apoio humano. O professor vê alunos interessados e correções, sem receber dados de quem não solicitou contato.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a separação entre os dois servidores locais. O frontend só acessa dados pela API. Controllers chamam Services e as consultas especializadas permanecem em Repositories.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Feche com as evidências objetivas. O projeto possui banco real, testes, documentação e uma proposta coerente de apoio adaptativo para o ENEM.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f276baf46e44a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d970a0d993438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eb6ffe86a4479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10e164acc5448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61b71b8cea4fe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9c50e5118442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338613-BB22-4D66-B5D1-60B3D72BB1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064FA39-1FFE-4FDE-B43B-48CBA4CE35A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6D87BF7-958D-40B4-B777-01BA99440A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031A9A-0FEC-4184-8979-91FB04D98A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15846D8-2B01-4C11-B17C-D723EA69D8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9FD0FF8-EFFC-467A-9369-13042D5EAF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7CD7F65-50DE-4F9E-B8DB-CCCBB52C96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63236B0-08BD-4EFF-BA59-45BE3C97383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8D930A-9F7B-42B9-A11F-1F57A988CB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EBA0DEB-DA24-4383-80F7-75DAEA331C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40733a01dc4e5c" /><Relationship Type="http://schemas.openxmlformats.org/officeDocument/2006/relationships/slideLayout" Target="/ppt/slideLayouts/slideLayout1.xml" Id="R63bb152af5144c0c" /><Relationship Type="http://schemas.openxmlformats.org/officeDocument/2006/relationships/slideLayout" Target="/ppt/slideLayouts/slideLayout2.xml" Id="Rc50f42b52c3647b4" /><Relationship Type="http://schemas.openxmlformats.org/officeDocument/2006/relationships/slideLayout" Target="/ppt/slideLayouts/slideLayout3.xml" Id="Rabd6205b05d04410" /><Relationship Type="http://schemas.openxmlformats.org/officeDocument/2006/relationships/slideLayout" Target="/ppt/slideLayouts/slideLayout4.xml" Id="Rccd8ff1afd534e1c" /><Relationship Type="http://schemas.openxmlformats.org/officeDocument/2006/relationships/slideLayout" Target="/ppt/slideLayouts/slideLayout5.xml" Id="Rcd9fd049b19147bb" /><Relationship Type="http://schemas.openxmlformats.org/officeDocument/2006/relationships/slideLayout" Target="/ppt/slideLayouts/slideLayout6.xml" Id="Racb4dd54ccfa4e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bb152af5144c0c"/>
    <p:sldLayoutId xmlns:r="http://schemas.openxmlformats.org/officeDocument/2006/relationships" id="2147483650" r:id="Rc50f42b52c3647b4"/>
    <p:sldLayoutId xmlns:r="http://schemas.openxmlformats.org/officeDocument/2006/relationships" id="2147483651" r:id="Rabd6205b05d04410"/>
    <p:sldLayoutId xmlns:r="http://schemas.openxmlformats.org/officeDocument/2006/relationships" id="2147483652" r:id="Rccd8ff1afd534e1c"/>
    <p:sldLayoutId xmlns:r="http://schemas.openxmlformats.org/officeDocument/2006/relationships" id="2147483653" r:id="Rcd9fd049b19147bb"/>
    <p:sldLayoutId xmlns:r="http://schemas.openxmlformats.org/officeDocument/2006/relationships" id="2147483654" r:id="Racb4dd54ccfa4e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cbdc6ad2f04dbf" /><Relationship Type="http://schemas.openxmlformats.org/officeDocument/2006/relationships/notesSlide" Target="/ppt/notesSlides/notesSlide1.xml" Id="R6a863e418ee945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32f75e38f4457a" /><Relationship Type="http://schemas.openxmlformats.org/officeDocument/2006/relationships/notesSlide" Target="/ppt/notesSlides/notesSlide2.xml" Id="Rf38af6fcd89947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72333c60544dda" /><Relationship Type="http://schemas.openxmlformats.org/officeDocument/2006/relationships/image" Target="/ppt/media/image.jpeg" Id="Re91e83f287c34b9c" /><Relationship Type="http://schemas.openxmlformats.org/officeDocument/2006/relationships/notesSlide" Target="/ppt/notesSlides/notesSlide3.xml" Id="R2372e9d9e7f64f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454dd39645400a" /><Relationship Type="http://schemas.openxmlformats.org/officeDocument/2006/relationships/image" Target="/ppt/media/image2.jpeg" Id="Rf83c74470f4e43bd" /><Relationship Type="http://schemas.openxmlformats.org/officeDocument/2006/relationships/notesSlide" Target="/ppt/notesSlides/notesSlide4.xml" Id="Rf5c5c4f706db45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08a167927244bd" /><Relationship Type="http://schemas.openxmlformats.org/officeDocument/2006/relationships/image" Target="/ppt/media/image3.jpeg" Id="R887016a899e143c7" /><Relationship Type="http://schemas.openxmlformats.org/officeDocument/2006/relationships/notesSlide" Target="/ppt/notesSlides/notesSlide5.xml" Id="R8c3ff8222dbc49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e95994e9524cd2" /><Relationship Type="http://schemas.openxmlformats.org/officeDocument/2006/relationships/image" Target="/ppt/media/image4.jpeg" Id="R49a57ebe63864efd" /><Relationship Type="http://schemas.openxmlformats.org/officeDocument/2006/relationships/image" Target="/ppt/media/image5.jpeg" Id="R836b190eb0c445b0" /><Relationship Type="http://schemas.openxmlformats.org/officeDocument/2006/relationships/notesSlide" Target="/ppt/notesSlides/notesSlide6.xml" Id="Rc07070e70d214a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4bf16f4dee46dc" /><Relationship Type="http://schemas.openxmlformats.org/officeDocument/2006/relationships/image" Target="/ppt/media/image6.jpeg" Id="Re5c62f0b0a534cb1" /><Relationship Type="http://schemas.openxmlformats.org/officeDocument/2006/relationships/notesSlide" Target="/ppt/notesSlides/notesSlide7.xml" Id="Rfd51e864897a4a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aa850352d346cf" /><Relationship Type="http://schemas.openxmlformats.org/officeDocument/2006/relationships/image" Target="/ppt/media/image7.jpeg" Id="R59aa9c2e68bb488f" /><Relationship Type="http://schemas.openxmlformats.org/officeDocument/2006/relationships/notesSlide" Target="/ppt/notesSlides/notesSlide8.xml" Id="R283558aee5124a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52b301b7564c61" /><Relationship Type="http://schemas.openxmlformats.org/officeDocument/2006/relationships/notesSlide" Target="/ppt/notesSlides/notesSlide9.xml" Id="R515db8ed203b4b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ade2bfbf5b410d" /><Relationship Type="http://schemas.openxmlformats.org/officeDocument/2006/relationships/notesSlide" Target="/ppt/notesSlides/notesSlide10.xml" Id="R3b03ae50ea3448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7B5E62-621B-44B2-BFE8-8AF0A5DD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239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66A8FF"/>
                </a:solidFill>
              </a:defRPr>
            </a:defPPr>
            <a:lvl1pPr algn="l">
              <a:defRPr sz="1200" b="1" i="0">
                <a:solidFill>
                  <a:srgbClr val="66A8FF"/>
                </a:solidFill>
              </a:defRPr>
            </a:lvl1pPr>
            <a:lvl2pPr algn="l">
              <a:defRPr sz="1200" b="1" i="0">
                <a:solidFill>
                  <a:srgbClr val="66A8FF"/>
                </a:solidFill>
              </a:defRPr>
            </a:lvl2pPr>
            <a:lvl3pPr algn="l">
              <a:defRPr sz="1200" b="1" i="0">
                <a:solidFill>
                  <a:srgbClr val="66A8FF"/>
                </a:solidFill>
              </a:defRPr>
            </a:lvl3pPr>
            <a:lvl4pPr algn="l">
              <a:defRPr sz="1200" b="1" i="0">
                <a:solidFill>
                  <a:srgbClr val="66A8FF"/>
                </a:solidFill>
              </a:defRPr>
            </a:lvl4pPr>
            <a:lvl5pPr algn="l">
              <a:defRPr sz="1200" b="1" i="0">
                <a:solidFill>
                  <a:srgbClr val="66A8FF"/>
                </a:solidFill>
              </a:defRPr>
            </a:lvl5pPr>
            <a:lvl6pPr algn="l">
              <a:defRPr sz="1200" b="1" i="0">
                <a:solidFill>
                  <a:srgbClr val="66A8FF"/>
                </a:solidFill>
              </a:defRPr>
            </a:lvl6pPr>
            <a:lvl7pPr algn="l">
              <a:defRPr sz="1200" b="1" i="0">
                <a:solidFill>
                  <a:srgbClr val="66A8FF"/>
                </a:solidFill>
              </a:defRPr>
            </a:lvl7pPr>
            <a:lvl8pPr algn="l">
              <a:defRPr sz="1200" b="1" i="0">
                <a:solidFill>
                  <a:srgbClr val="66A8FF"/>
                </a:solidFill>
              </a:defRPr>
            </a:lvl8pPr>
            <a:lvl9pPr algn="l">
              <a:defRPr sz="1200" b="1" i="0">
                <a:solidFill>
                  <a:srgbClr val="66A8FF"/>
                </a:solidFill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66A8FF"/>
                </a:solidFill>
              </a:defRPr>
            </a:pPr>
            <a:r>
              <a:rPr sz="1200" b="1" i="0">
                <a:solidFill>
                  <a:srgbClr val="66A8FF"/>
                </a:solidFill>
              </a:rPr>
              <a:t>EVOLVO 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3EC618-999C-40CB-BA81-DF6A58D5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7810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 i="0">
                <a:solidFill>
                  <a:srgbClr val="FFFFFF"/>
                </a:solidFill>
              </a:defRPr>
            </a:defPPr>
            <a:lvl1pPr algn="l">
              <a:defRPr sz="3600" b="1" i="0">
                <a:solidFill>
                  <a:srgbClr val="FFFFFF"/>
                </a:solidFill>
              </a:defRPr>
            </a:lvl1pPr>
            <a:lvl2pPr algn="l">
              <a:defRPr sz="3600" b="1" i="0">
                <a:solidFill>
                  <a:srgbClr val="FFFFFF"/>
                </a:solidFill>
              </a:defRPr>
            </a:lvl2pPr>
            <a:lvl3pPr algn="l">
              <a:defRPr sz="3600" b="1" i="0">
                <a:solidFill>
                  <a:srgbClr val="FFFFFF"/>
                </a:solidFill>
              </a:defRPr>
            </a:lvl3pPr>
            <a:lvl4pPr algn="l">
              <a:defRPr sz="3600" b="1" i="0">
                <a:solidFill>
                  <a:srgbClr val="FFFFFF"/>
                </a:solidFill>
              </a:defRPr>
            </a:lvl4pPr>
            <a:lvl5pPr algn="l">
              <a:defRPr sz="3600" b="1" i="0">
                <a:solidFill>
                  <a:srgbClr val="FFFFFF"/>
                </a:solidFill>
              </a:defRPr>
            </a:lvl5pPr>
            <a:lvl6pPr algn="l">
              <a:defRPr sz="3600" b="1" i="0">
                <a:solidFill>
                  <a:srgbClr val="FFFFFF"/>
                </a:solidFill>
              </a:defRPr>
            </a:lvl6pPr>
            <a:lvl7pPr algn="l">
              <a:defRPr sz="3600" b="1" i="0">
                <a:solidFill>
                  <a:srgbClr val="FFFFFF"/>
                </a:solidFill>
              </a:defRPr>
            </a:lvl7pPr>
            <a:lvl8pPr algn="l">
              <a:defRPr sz="3600" b="1" i="0">
                <a:solidFill>
                  <a:srgbClr val="FFFFFF"/>
                </a:solidFill>
              </a:defRPr>
            </a:lvl8pPr>
            <a:lvl9pPr algn="l">
              <a:defRPr sz="360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600" b="1" i="0">
                <a:solidFill>
                  <a:srgbClr val="FFFFFF"/>
                </a:solidFill>
              </a:defRPr>
            </a:pPr>
            <a:r>
              <a:rPr sz="3600" b="1" i="0">
                <a:solidFill>
                  <a:srgbClr val="FFFFFF"/>
                </a:solidFill>
              </a:rPr>
              <a:t>Apoio adaptativo</a:t>
            </a:r>
          </a:p>
          <a:p xmlns:a="http://schemas.openxmlformats.org/drawingml/2006/main">
            <a:pPr algn="l">
              <a:defRPr sz="3600" b="1" i="0">
                <a:solidFill>
                  <a:srgbClr val="FFFFFF"/>
                </a:solidFill>
              </a:defRPr>
            </a:pPr>
            <a:r>
              <a:rPr sz="3600" b="1" i="0">
                <a:solidFill>
                  <a:srgbClr val="FFFFFF"/>
                </a:solidFill>
              </a:rPr>
              <a:t>para estudar com direção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817E5-4A25-4121-8BC6-DCCB3FE0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685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 i="0">
                <a:solidFill>
                  <a:srgbClr val="C7D5E8"/>
                </a:solidFill>
              </a:defRPr>
            </a:defPPr>
            <a:lvl1pPr algn="l">
              <a:defRPr sz="1725" b="0" i="0">
                <a:solidFill>
                  <a:srgbClr val="C7D5E8"/>
                </a:solidFill>
              </a:defRPr>
            </a:lvl1pPr>
            <a:lvl2pPr algn="l">
              <a:defRPr sz="1725" b="0" i="0">
                <a:solidFill>
                  <a:srgbClr val="C7D5E8"/>
                </a:solidFill>
              </a:defRPr>
            </a:lvl2pPr>
            <a:lvl3pPr algn="l">
              <a:defRPr sz="1725" b="0" i="0">
                <a:solidFill>
                  <a:srgbClr val="C7D5E8"/>
                </a:solidFill>
              </a:defRPr>
            </a:lvl3pPr>
            <a:lvl4pPr algn="l">
              <a:defRPr sz="1725" b="0" i="0">
                <a:solidFill>
                  <a:srgbClr val="C7D5E8"/>
                </a:solidFill>
              </a:defRPr>
            </a:lvl4pPr>
            <a:lvl5pPr algn="l">
              <a:defRPr sz="1725" b="0" i="0">
                <a:solidFill>
                  <a:srgbClr val="C7D5E8"/>
                </a:solidFill>
              </a:defRPr>
            </a:lvl5pPr>
            <a:lvl6pPr algn="l">
              <a:defRPr sz="1725" b="0" i="0">
                <a:solidFill>
                  <a:srgbClr val="C7D5E8"/>
                </a:solidFill>
              </a:defRPr>
            </a:lvl6pPr>
            <a:lvl7pPr algn="l">
              <a:defRPr sz="1725" b="0" i="0">
                <a:solidFill>
                  <a:srgbClr val="C7D5E8"/>
                </a:solidFill>
              </a:defRPr>
            </a:lvl7pPr>
            <a:lvl8pPr algn="l">
              <a:defRPr sz="1725" b="0" i="0">
                <a:solidFill>
                  <a:srgbClr val="C7D5E8"/>
                </a:solidFill>
              </a:defRPr>
            </a:lvl8pPr>
            <a:lvl9pPr algn="l">
              <a:defRPr sz="1725" b="0" i="0">
                <a:solidFill>
                  <a:srgbClr val="C7D5E8"/>
                </a:solidFill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C7D5E8"/>
                </a:solidFill>
              </a:defRPr>
            </a:pPr>
            <a:r>
              <a:rPr sz="1725" b="0" i="0">
                <a:solidFill>
                  <a:srgbClr val="C7D5E8"/>
                </a:solidFill>
              </a:rPr>
              <a:t>Uma plataforma de treino para identificar lacunas, priorizar pontos fracos e acompanhar a evolução no ENEM.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D4038D-CB08-42E0-B793-80FD6011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8BA0BC"/>
                </a:solidFill>
              </a:defRPr>
            </a:defPPr>
            <a:lvl1pPr algn="l">
              <a:defRPr sz="900" b="1" i="0">
                <a:solidFill>
                  <a:srgbClr val="8BA0BC"/>
                </a:solidFill>
              </a:defRPr>
            </a:lvl1pPr>
            <a:lvl2pPr algn="l">
              <a:defRPr sz="900" b="1" i="0">
                <a:solidFill>
                  <a:srgbClr val="8BA0BC"/>
                </a:solidFill>
              </a:defRPr>
            </a:lvl2pPr>
            <a:lvl3pPr algn="l">
              <a:defRPr sz="900" b="1" i="0">
                <a:solidFill>
                  <a:srgbClr val="8BA0BC"/>
                </a:solidFill>
              </a:defRPr>
            </a:lvl3pPr>
            <a:lvl4pPr algn="l">
              <a:defRPr sz="900" b="1" i="0">
                <a:solidFill>
                  <a:srgbClr val="8BA0BC"/>
                </a:solidFill>
              </a:defRPr>
            </a:lvl4pPr>
            <a:lvl5pPr algn="l">
              <a:defRPr sz="900" b="1" i="0">
                <a:solidFill>
                  <a:srgbClr val="8BA0BC"/>
                </a:solidFill>
              </a:defRPr>
            </a:lvl5pPr>
            <a:lvl6pPr algn="l">
              <a:defRPr sz="900" b="1" i="0">
                <a:solidFill>
                  <a:srgbClr val="8BA0BC"/>
                </a:solidFill>
              </a:defRPr>
            </a:lvl6pPr>
            <a:lvl7pPr algn="l">
              <a:defRPr sz="900" b="1" i="0">
                <a:solidFill>
                  <a:srgbClr val="8BA0BC"/>
                </a:solidFill>
              </a:defRPr>
            </a:lvl7pPr>
            <a:lvl8pPr algn="l">
              <a:defRPr sz="900" b="1" i="0">
                <a:solidFill>
                  <a:srgbClr val="8BA0BC"/>
                </a:solidFill>
              </a:defRPr>
            </a:lvl8pPr>
            <a:lvl9pPr algn="l">
              <a:defRPr sz="900" b="1" i="0">
                <a:solidFill>
                  <a:srgbClr val="8BA0BC"/>
                </a:solidFill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8BA0BC"/>
                </a:solidFill>
              </a:defRPr>
            </a:pPr>
            <a:r>
              <a:rPr sz="900" b="1" i="0">
                <a:solidFill>
                  <a:srgbClr val="8BA0BC"/>
                </a:solidFill>
              </a:rPr>
              <a:t>PROJETO DE SOFTWARE  |  APRESENTAÇÃO FINAL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D8E4C-9A63-4A4F-9C5D-2F24CCB0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8102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500" b="1" i="0">
                <a:solidFill>
                  <a:srgbClr val="FFFFFF"/>
                </a:solidFill>
              </a:defRPr>
            </a:defPPr>
            <a:lvl1pPr algn="r">
              <a:defRPr sz="1500" b="1" i="0">
                <a:solidFill>
                  <a:srgbClr val="FFFFFF"/>
                </a:solidFill>
              </a:defRPr>
            </a:lvl1pPr>
            <a:lvl2pPr algn="r">
              <a:defRPr sz="1500" b="1" i="0">
                <a:solidFill>
                  <a:srgbClr val="FFFFFF"/>
                </a:solidFill>
              </a:defRPr>
            </a:lvl2pPr>
            <a:lvl3pPr algn="r">
              <a:defRPr sz="1500" b="1" i="0">
                <a:solidFill>
                  <a:srgbClr val="FFFFFF"/>
                </a:solidFill>
              </a:defRPr>
            </a:lvl3pPr>
            <a:lvl4pPr algn="r">
              <a:defRPr sz="1500" b="1" i="0">
                <a:solidFill>
                  <a:srgbClr val="FFFFFF"/>
                </a:solidFill>
              </a:defRPr>
            </a:lvl4pPr>
            <a:lvl5pPr algn="r">
              <a:defRPr sz="1500" b="1" i="0">
                <a:solidFill>
                  <a:srgbClr val="FFFFFF"/>
                </a:solidFill>
              </a:defRPr>
            </a:lvl5pPr>
            <a:lvl6pPr algn="r">
              <a:defRPr sz="1500" b="1" i="0">
                <a:solidFill>
                  <a:srgbClr val="FFFFFF"/>
                </a:solidFill>
              </a:defRPr>
            </a:lvl6pPr>
            <a:lvl7pPr algn="r">
              <a:defRPr sz="1500" b="1" i="0">
                <a:solidFill>
                  <a:srgbClr val="FFFFFF"/>
                </a:solidFill>
              </a:defRPr>
            </a:lvl7pPr>
            <a:lvl8pPr algn="r">
              <a:defRPr sz="1500" b="1" i="0">
                <a:solidFill>
                  <a:srgbClr val="FFFFFF"/>
                </a:solidFill>
              </a:defRPr>
            </a:lvl8pPr>
            <a:lvl9pPr algn="r">
              <a:defRPr sz="150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r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evolvo</a:t>
            </a:r>
          </a:p>
        </p:txBody>
      </p:sp>
    </p:spTree>
    <p:extLst>
      <p:ext uri="{BB962C8B-B14F-4D97-AF65-F5344CB8AC3E}">
        <p14:creationId xmlns:p14="http://schemas.microsoft.com/office/powerpoint/2010/main" val="20047016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1CAF97-FDD0-4A31-8A1C-FA3345A6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2176E8"/>
                </a:solidFill>
              </a:defRPr>
            </a:defPPr>
            <a:lvl1pPr algn="l">
              <a:defRPr sz="975" b="1" i="0">
                <a:solidFill>
                  <a:srgbClr val="2176E8"/>
                </a:solidFill>
              </a:defRPr>
            </a:lvl1pPr>
            <a:lvl2pPr algn="l">
              <a:defRPr sz="975" b="1" i="0">
                <a:solidFill>
                  <a:srgbClr val="2176E8"/>
                </a:solidFill>
              </a:defRPr>
            </a:lvl2pPr>
            <a:lvl3pPr algn="l">
              <a:defRPr sz="975" b="1" i="0">
                <a:solidFill>
                  <a:srgbClr val="2176E8"/>
                </a:solidFill>
              </a:defRPr>
            </a:lvl3pPr>
            <a:lvl4pPr algn="l">
              <a:defRPr sz="975" b="1" i="0">
                <a:solidFill>
                  <a:srgbClr val="2176E8"/>
                </a:solidFill>
              </a:defRPr>
            </a:lvl4pPr>
            <a:lvl5pPr algn="l">
              <a:defRPr sz="975" b="1" i="0">
                <a:solidFill>
                  <a:srgbClr val="2176E8"/>
                </a:solidFill>
              </a:defRPr>
            </a:lvl5pPr>
            <a:lvl6pPr algn="l">
              <a:defRPr sz="975" b="1" i="0">
                <a:solidFill>
                  <a:srgbClr val="2176E8"/>
                </a:solidFill>
              </a:defRPr>
            </a:lvl6pPr>
            <a:lvl7pPr algn="l">
              <a:defRPr sz="975" b="1" i="0">
                <a:solidFill>
                  <a:srgbClr val="2176E8"/>
                </a:solidFill>
              </a:defRPr>
            </a:lvl7pPr>
            <a:lvl8pPr algn="l">
              <a:defRPr sz="975" b="1" i="0">
                <a:solidFill>
                  <a:srgbClr val="2176E8"/>
                </a:solidFill>
              </a:defRPr>
            </a:lvl8pPr>
            <a:lvl9pPr algn="l">
              <a:defRPr sz="975" b="1" i="0">
                <a:solidFill>
                  <a:srgbClr val="2176E8"/>
                </a:solidFill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2176E8"/>
                </a:solidFill>
              </a:defRPr>
            </a:pPr>
            <a:r>
              <a:rPr sz="975" b="1" i="0">
                <a:solidFill>
                  <a:srgbClr val="2176E8"/>
                </a:solidFill>
              </a:rPr>
              <a:t>CONTEXTO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46AA27-7320-4834-859B-69A1E912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 i="0">
                <a:solidFill>
                  <a:srgbClr val="0B172A"/>
                </a:solidFill>
              </a:defRPr>
            </a:defPPr>
            <a:lvl1pPr algn="l">
              <a:defRPr sz="2550" b="1" i="0">
                <a:solidFill>
                  <a:srgbClr val="0B172A"/>
                </a:solidFill>
              </a:defRPr>
            </a:lvl1pPr>
            <a:lvl2pPr algn="l">
              <a:defRPr sz="2550" b="1" i="0">
                <a:solidFill>
                  <a:srgbClr val="0B172A"/>
                </a:solidFill>
              </a:defRPr>
            </a:lvl2pPr>
            <a:lvl3pPr algn="l">
              <a:defRPr sz="2550" b="1" i="0">
                <a:solidFill>
                  <a:srgbClr val="0B172A"/>
                </a:solidFill>
              </a:defRPr>
            </a:lvl3pPr>
            <a:lvl4pPr algn="l">
              <a:defRPr sz="2550" b="1" i="0">
                <a:solidFill>
                  <a:srgbClr val="0B172A"/>
                </a:solidFill>
              </a:defRPr>
            </a:lvl4pPr>
            <a:lvl5pPr algn="l">
              <a:defRPr sz="2550" b="1" i="0">
                <a:solidFill>
                  <a:srgbClr val="0B172A"/>
                </a:solidFill>
              </a:defRPr>
            </a:lvl5pPr>
            <a:lvl6pPr algn="l">
              <a:defRPr sz="2550" b="1" i="0">
                <a:solidFill>
                  <a:srgbClr val="0B172A"/>
                </a:solidFill>
              </a:defRPr>
            </a:lvl6pPr>
            <a:lvl7pPr algn="l">
              <a:defRPr sz="2550" b="1" i="0">
                <a:solidFill>
                  <a:srgbClr val="0B172A"/>
                </a:solidFill>
              </a:defRPr>
            </a:lvl7pPr>
            <a:lvl8pPr algn="l">
              <a:defRPr sz="2550" b="1" i="0">
                <a:solidFill>
                  <a:srgbClr val="0B172A"/>
                </a:solidFill>
              </a:defRPr>
            </a:lvl8pPr>
            <a:lvl9pPr algn="l">
              <a:defRPr sz="2550" b="1" i="0">
                <a:solidFill>
                  <a:srgbClr val="0B172A"/>
                </a:solidFill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0B172A"/>
                </a:solidFill>
              </a:defRPr>
            </a:pPr>
            <a:r>
              <a:rPr sz="2550" b="1" i="0">
                <a:solidFill>
                  <a:srgbClr val="0B172A"/>
                </a:solidFill>
              </a:rPr>
              <a:t>O problema que o Evolvo resolve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5D6EDD-EF0D-42DC-BA8E-3EF8094E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75" b="1" i="0">
                <a:solidFill>
                  <a:srgbClr val="94A3B8"/>
                </a:solidFill>
              </a:defRPr>
            </a:defPPr>
            <a:lvl1pPr algn="r">
              <a:defRPr sz="975" b="1" i="0">
                <a:solidFill>
                  <a:srgbClr val="94A3B8"/>
                </a:solidFill>
              </a:defRPr>
            </a:lvl1pPr>
            <a:lvl2pPr algn="r">
              <a:defRPr sz="975" b="1" i="0">
                <a:solidFill>
                  <a:srgbClr val="94A3B8"/>
                </a:solidFill>
              </a:defRPr>
            </a:lvl2pPr>
            <a:lvl3pPr algn="r">
              <a:defRPr sz="975" b="1" i="0">
                <a:solidFill>
                  <a:srgbClr val="94A3B8"/>
                </a:solidFill>
              </a:defRPr>
            </a:lvl3pPr>
            <a:lvl4pPr algn="r">
              <a:defRPr sz="975" b="1" i="0">
                <a:solidFill>
                  <a:srgbClr val="94A3B8"/>
                </a:solidFill>
              </a:defRPr>
            </a:lvl4pPr>
            <a:lvl5pPr algn="r">
              <a:defRPr sz="975" b="1" i="0">
                <a:solidFill>
                  <a:srgbClr val="94A3B8"/>
                </a:solidFill>
              </a:defRPr>
            </a:lvl5pPr>
            <a:lvl6pPr algn="r">
              <a:defRPr sz="975" b="1" i="0">
                <a:solidFill>
                  <a:srgbClr val="94A3B8"/>
                </a:solidFill>
              </a:defRPr>
            </a:lvl6pPr>
            <a:lvl7pPr algn="r">
              <a:defRPr sz="975" b="1" i="0">
                <a:solidFill>
                  <a:srgbClr val="94A3B8"/>
                </a:solidFill>
              </a:defRPr>
            </a:lvl7pPr>
            <a:lvl8pPr algn="r">
              <a:defRPr sz="975" b="1" i="0">
                <a:solidFill>
                  <a:srgbClr val="94A3B8"/>
                </a:solidFill>
              </a:defRPr>
            </a:lvl8pPr>
            <a:lvl9pPr algn="r">
              <a:defRPr sz="975" b="1" i="0">
                <a:solidFill>
                  <a:srgbClr val="94A3B8"/>
                </a:solidFill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94A3B8"/>
                </a:solidFill>
              </a:defRPr>
            </a:pPr>
            <a:r>
              <a:rPr sz="975" b="1" i="0">
                <a:solidFill>
                  <a:srgbClr val="94A3B8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55219-E1A1-4998-89A2-1D1B2E34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4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1" i="0">
                <a:solidFill>
                  <a:srgbClr val="0B172A"/>
                </a:solidFill>
              </a:defRPr>
            </a:defPPr>
            <a:lvl1pPr algn="l">
              <a:defRPr sz="1950" b="1" i="0">
                <a:solidFill>
                  <a:srgbClr val="0B172A"/>
                </a:solidFill>
              </a:defRPr>
            </a:lvl1pPr>
            <a:lvl2pPr algn="l">
              <a:defRPr sz="1950" b="1" i="0">
                <a:solidFill>
                  <a:srgbClr val="0B172A"/>
                </a:solidFill>
              </a:defRPr>
            </a:lvl2pPr>
            <a:lvl3pPr algn="l">
              <a:defRPr sz="1950" b="1" i="0">
                <a:solidFill>
                  <a:srgbClr val="0B172A"/>
                </a:solidFill>
              </a:defRPr>
            </a:lvl3pPr>
            <a:lvl4pPr algn="l">
              <a:defRPr sz="1950" b="1" i="0">
                <a:solidFill>
                  <a:srgbClr val="0B172A"/>
                </a:solidFill>
              </a:defRPr>
            </a:lvl4pPr>
            <a:lvl5pPr algn="l">
              <a:defRPr sz="1950" b="1" i="0">
                <a:solidFill>
                  <a:srgbClr val="0B172A"/>
                </a:solidFill>
              </a:defRPr>
            </a:lvl5pPr>
            <a:lvl6pPr algn="l">
              <a:defRPr sz="1950" b="1" i="0">
                <a:solidFill>
                  <a:srgbClr val="0B172A"/>
                </a:solidFill>
              </a:defRPr>
            </a:lvl6pPr>
            <a:lvl7pPr algn="l">
              <a:defRPr sz="1950" b="1" i="0">
                <a:solidFill>
                  <a:srgbClr val="0B172A"/>
                </a:solidFill>
              </a:defRPr>
            </a:lvl7pPr>
            <a:lvl8pPr algn="l">
              <a:defRPr sz="1950" b="1" i="0">
                <a:solidFill>
                  <a:srgbClr val="0B172A"/>
                </a:solidFill>
              </a:defRPr>
            </a:lvl8pPr>
            <a:lvl9pPr algn="l">
              <a:defRPr sz="1950" b="1" i="0">
                <a:solidFill>
                  <a:srgbClr val="0B172A"/>
                </a:solidFill>
              </a:defRPr>
            </a:lvl9pPr>
          </a:lstStyle>
          <a:p xmlns:a="http://schemas.openxmlformats.org/drawingml/2006/main">
            <a:pPr algn="l">
              <a:defRPr sz="1950" b="1" i="0">
                <a:solidFill>
                  <a:srgbClr val="0B172A"/>
                </a:solidFill>
              </a:defRPr>
            </a:pPr>
            <a:r>
              <a:rPr sz="1950" b="1" i="0">
                <a:solidFill>
                  <a:srgbClr val="0B172A"/>
                </a:solidFill>
              </a:rPr>
              <a:t>Estudantes acumulam exercícios e resultados, mas ainda precisam decidir o que revisar primeiro.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0CF53A-79FC-4734-B5B9-AC272933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 i="0">
                <a:solidFill>
                  <a:srgbClr val="64748B"/>
                </a:solidFill>
              </a:defRPr>
            </a:defPPr>
            <a:lvl1pPr algn="l">
              <a:defRPr sz="1575" b="0" i="0">
                <a:solidFill>
                  <a:srgbClr val="64748B"/>
                </a:solidFill>
              </a:defRPr>
            </a:lvl1pPr>
            <a:lvl2pPr algn="l">
              <a:defRPr sz="1575" b="0" i="0">
                <a:solidFill>
                  <a:srgbClr val="64748B"/>
                </a:solidFill>
              </a:defRPr>
            </a:lvl2pPr>
            <a:lvl3pPr algn="l">
              <a:defRPr sz="1575" b="0" i="0">
                <a:solidFill>
                  <a:srgbClr val="64748B"/>
                </a:solidFill>
              </a:defRPr>
            </a:lvl3pPr>
            <a:lvl4pPr algn="l">
              <a:defRPr sz="1575" b="0" i="0">
                <a:solidFill>
                  <a:srgbClr val="64748B"/>
                </a:solidFill>
              </a:defRPr>
            </a:lvl4pPr>
            <a:lvl5pPr algn="l">
              <a:defRPr sz="1575" b="0" i="0">
                <a:solidFill>
                  <a:srgbClr val="64748B"/>
                </a:solidFill>
              </a:defRPr>
            </a:lvl5pPr>
            <a:lvl6pPr algn="l">
              <a:defRPr sz="1575" b="0" i="0">
                <a:solidFill>
                  <a:srgbClr val="64748B"/>
                </a:solidFill>
              </a:defRPr>
            </a:lvl6pPr>
            <a:lvl7pPr algn="l">
              <a:defRPr sz="1575" b="0" i="0">
                <a:solidFill>
                  <a:srgbClr val="64748B"/>
                </a:solidFill>
              </a:defRPr>
            </a:lvl7pPr>
            <a:lvl8pPr algn="l">
              <a:defRPr sz="1575" b="0" i="0">
                <a:solidFill>
                  <a:srgbClr val="64748B"/>
                </a:solidFill>
              </a:defRPr>
            </a:lvl8pPr>
            <a:lvl9pPr algn="l">
              <a:defRPr sz="1575" b="0" i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64748B"/>
                </a:solidFill>
              </a:defRPr>
            </a:pPr>
            <a:r>
              <a:rPr sz="1575" b="0" i="0">
                <a:solidFill>
                  <a:srgbClr val="64748B"/>
                </a:solidFill>
              </a:rPr>
              <a:t>O público são estudantes do ensino médio e candidatos ao ENEM que já estudam, porém precisam de uma orientação mais objetiva entre uma aula e outra.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57F8F2-094D-4BD3-AB7A-C5CDA4A2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5430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 i="0">
                <a:solidFill>
                  <a:srgbClr val="2176E8"/>
                </a:solidFill>
              </a:defRPr>
            </a:defPPr>
            <a:lvl1pPr algn="ctr">
              <a:defRPr sz="1800" b="1" i="0">
                <a:solidFill>
                  <a:srgbClr val="2176E8"/>
                </a:solidFill>
              </a:defRPr>
            </a:lvl1pPr>
            <a:lvl2pPr algn="ctr">
              <a:defRPr sz="1800" b="1" i="0">
                <a:solidFill>
                  <a:srgbClr val="2176E8"/>
                </a:solidFill>
              </a:defRPr>
            </a:lvl2pPr>
            <a:lvl3pPr algn="ctr">
              <a:defRPr sz="1800" b="1" i="0">
                <a:solidFill>
                  <a:srgbClr val="2176E8"/>
                </a:solidFill>
              </a:defRPr>
            </a:lvl3pPr>
            <a:lvl4pPr algn="ctr">
              <a:defRPr sz="1800" b="1" i="0">
                <a:solidFill>
                  <a:srgbClr val="2176E8"/>
                </a:solidFill>
              </a:defRPr>
            </a:lvl4pPr>
            <a:lvl5pPr algn="ctr">
              <a:defRPr sz="1800" b="1" i="0">
                <a:solidFill>
                  <a:srgbClr val="2176E8"/>
                </a:solidFill>
              </a:defRPr>
            </a:lvl5pPr>
            <a:lvl6pPr algn="ctr">
              <a:defRPr sz="1800" b="1" i="0">
                <a:solidFill>
                  <a:srgbClr val="2176E8"/>
                </a:solidFill>
              </a:defRPr>
            </a:lvl6pPr>
            <a:lvl7pPr algn="ctr">
              <a:defRPr sz="1800" b="1" i="0">
                <a:solidFill>
                  <a:srgbClr val="2176E8"/>
                </a:solidFill>
              </a:defRPr>
            </a:lvl7pPr>
            <a:lvl8pPr algn="ctr">
              <a:defRPr sz="1800" b="1" i="0">
                <a:solidFill>
                  <a:srgbClr val="2176E8"/>
                </a:solidFill>
              </a:defRPr>
            </a:lvl8pPr>
            <a:lvl9pPr algn="ctr">
              <a:defRPr sz="1800" b="1" i="0">
                <a:solidFill>
                  <a:srgbClr val="2176E8"/>
                </a:solidFill>
              </a:defRPr>
            </a:lvl9pPr>
          </a:lstStyle>
          <a:p xmlns:a="http://schemas.openxmlformats.org/drawingml/2006/main">
            <a:pPr algn="ctr">
              <a:defRPr sz="1800" b="1" i="0">
                <a:solidFill>
                  <a:srgbClr val="2176E8"/>
                </a:solidFill>
              </a:defRPr>
            </a:pPr>
            <a:r>
              <a:rPr sz="1800" b="1" i="0">
                <a:solidFill>
                  <a:srgbClr val="2176E8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CC8FC9-2C50-4E70-8CD8-081DB037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7335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66FDCB-80A4-4C66-87DC-ED13B2FE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144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0B172A"/>
                </a:solidFill>
              </a:defRPr>
            </a:defPPr>
            <a:lvl1pPr algn="l">
              <a:defRPr sz="1500" b="1" i="0">
                <a:solidFill>
                  <a:srgbClr val="0B172A"/>
                </a:solidFill>
              </a:defRPr>
            </a:lvl1pPr>
            <a:lvl2pPr algn="l">
              <a:defRPr sz="1500" b="1" i="0">
                <a:solidFill>
                  <a:srgbClr val="0B172A"/>
                </a:solidFill>
              </a:defRPr>
            </a:lvl2pPr>
            <a:lvl3pPr algn="l">
              <a:defRPr sz="1500" b="1" i="0">
                <a:solidFill>
                  <a:srgbClr val="0B172A"/>
                </a:solidFill>
              </a:defRPr>
            </a:lvl3pPr>
            <a:lvl4pPr algn="l">
              <a:defRPr sz="1500" b="1" i="0">
                <a:solidFill>
                  <a:srgbClr val="0B172A"/>
                </a:solidFill>
              </a:defRPr>
            </a:lvl4pPr>
            <a:lvl5pPr algn="l">
              <a:defRPr sz="1500" b="1" i="0">
                <a:solidFill>
                  <a:srgbClr val="0B172A"/>
                </a:solidFill>
              </a:defRPr>
            </a:lvl5pPr>
            <a:lvl6pPr algn="l">
              <a:defRPr sz="1500" b="1" i="0">
                <a:solidFill>
                  <a:srgbClr val="0B172A"/>
                </a:solidFill>
              </a:defRPr>
            </a:lvl6pPr>
            <a:lvl7pPr algn="l">
              <a:defRPr sz="1500" b="1" i="0">
                <a:solidFill>
                  <a:srgbClr val="0B172A"/>
                </a:solidFill>
              </a:defRPr>
            </a:lvl7pPr>
            <a:lvl8pPr algn="l">
              <a:defRPr sz="1500" b="1" i="0">
                <a:solidFill>
                  <a:srgbClr val="0B172A"/>
                </a:solidFill>
              </a:defRPr>
            </a:lvl8pPr>
            <a:lvl9pPr algn="l">
              <a:defRPr sz="1500" b="1" i="0">
                <a:solidFill>
                  <a:srgbClr val="0B172A"/>
                </a:solidFill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0B172A"/>
                </a:solidFill>
              </a:defRPr>
            </a:pPr>
            <a:r>
              <a:rPr sz="1500" b="1" i="0">
                <a:solidFill>
                  <a:srgbClr val="0B172A"/>
                </a:solidFill>
              </a:rPr>
              <a:t>Responder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444D5-7EE6-41FE-B21E-345F69B7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288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64748B"/>
                </a:solidFill>
              </a:defRPr>
            </a:defPPr>
            <a:lvl1pPr algn="l">
              <a:defRPr sz="1200" b="0" i="0">
                <a:solidFill>
                  <a:srgbClr val="64748B"/>
                </a:solidFill>
              </a:defRPr>
            </a:lvl1pPr>
            <a:lvl2pPr algn="l">
              <a:defRPr sz="1200" b="0" i="0">
                <a:solidFill>
                  <a:srgbClr val="64748B"/>
                </a:solidFill>
              </a:defRPr>
            </a:lvl2pPr>
            <a:lvl3pPr algn="l">
              <a:defRPr sz="1200" b="0" i="0">
                <a:solidFill>
                  <a:srgbClr val="64748B"/>
                </a:solidFill>
              </a:defRPr>
            </a:lvl3pPr>
            <a:lvl4pPr algn="l">
              <a:defRPr sz="1200" b="0" i="0">
                <a:solidFill>
                  <a:srgbClr val="64748B"/>
                </a:solidFill>
              </a:defRPr>
            </a:lvl4pPr>
            <a:lvl5pPr algn="l">
              <a:defRPr sz="1200" b="0" i="0">
                <a:solidFill>
                  <a:srgbClr val="64748B"/>
                </a:solidFill>
              </a:defRPr>
            </a:lvl5pPr>
            <a:lvl6pPr algn="l">
              <a:defRPr sz="1200" b="0" i="0">
                <a:solidFill>
                  <a:srgbClr val="64748B"/>
                </a:solidFill>
              </a:defRPr>
            </a:lvl6pPr>
            <a:lvl7pPr algn="l">
              <a:defRPr sz="1200" b="0" i="0">
                <a:solidFill>
                  <a:srgbClr val="64748B"/>
                </a:solidFill>
              </a:defRPr>
            </a:lvl7pPr>
            <a:lvl8pPr algn="l">
              <a:defRPr sz="1200" b="0" i="0">
                <a:solidFill>
                  <a:srgbClr val="64748B"/>
                </a:solidFill>
              </a:defRPr>
            </a:lvl8pPr>
            <a:lvl9pPr algn="l">
              <a:defRPr sz="1200" b="0" i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Atividades registram evidências reais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5BE670-8343-449A-8959-95F804DF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098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 i="0">
                <a:solidFill>
                  <a:srgbClr val="2176E8"/>
                </a:solidFill>
              </a:defRPr>
            </a:defPPr>
            <a:lvl1pPr algn="ctr">
              <a:defRPr sz="1800" b="1" i="0">
                <a:solidFill>
                  <a:srgbClr val="2176E8"/>
                </a:solidFill>
              </a:defRPr>
            </a:lvl1pPr>
            <a:lvl2pPr algn="ctr">
              <a:defRPr sz="1800" b="1" i="0">
                <a:solidFill>
                  <a:srgbClr val="2176E8"/>
                </a:solidFill>
              </a:defRPr>
            </a:lvl2pPr>
            <a:lvl3pPr algn="ctr">
              <a:defRPr sz="1800" b="1" i="0">
                <a:solidFill>
                  <a:srgbClr val="2176E8"/>
                </a:solidFill>
              </a:defRPr>
            </a:lvl3pPr>
            <a:lvl4pPr algn="ctr">
              <a:defRPr sz="1800" b="1" i="0">
                <a:solidFill>
                  <a:srgbClr val="2176E8"/>
                </a:solidFill>
              </a:defRPr>
            </a:lvl4pPr>
            <a:lvl5pPr algn="ctr">
              <a:defRPr sz="1800" b="1" i="0">
                <a:solidFill>
                  <a:srgbClr val="2176E8"/>
                </a:solidFill>
              </a:defRPr>
            </a:lvl5pPr>
            <a:lvl6pPr algn="ctr">
              <a:defRPr sz="1800" b="1" i="0">
                <a:solidFill>
                  <a:srgbClr val="2176E8"/>
                </a:solidFill>
              </a:defRPr>
            </a:lvl6pPr>
            <a:lvl7pPr algn="ctr">
              <a:defRPr sz="1800" b="1" i="0">
                <a:solidFill>
                  <a:srgbClr val="2176E8"/>
                </a:solidFill>
              </a:defRPr>
            </a:lvl7pPr>
            <a:lvl8pPr algn="ctr">
              <a:defRPr sz="1800" b="1" i="0">
                <a:solidFill>
                  <a:srgbClr val="2176E8"/>
                </a:solidFill>
              </a:defRPr>
            </a:lvl8pPr>
            <a:lvl9pPr algn="ctr">
              <a:defRPr sz="1800" b="1" i="0">
                <a:solidFill>
                  <a:srgbClr val="2176E8"/>
                </a:solidFill>
              </a:defRPr>
            </a:lvl9pPr>
          </a:lstStyle>
          <a:p xmlns:a="http://schemas.openxmlformats.org/drawingml/2006/main">
            <a:pPr algn="ctr">
              <a:defRPr sz="1800" b="1" i="0">
                <a:solidFill>
                  <a:srgbClr val="2176E8"/>
                </a:solidFill>
              </a:defRPr>
            </a:pPr>
            <a:r>
              <a:rPr sz="1800" b="1" i="0">
                <a:solidFill>
                  <a:srgbClr val="2176E8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BBA98F-6819-4589-8BCD-BE883AD8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003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308DF0-67A3-4233-BB5B-466EFBD4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812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0B172A"/>
                </a:solidFill>
              </a:defRPr>
            </a:defPPr>
            <a:lvl1pPr algn="l">
              <a:defRPr sz="1500" b="1" i="0">
                <a:solidFill>
                  <a:srgbClr val="0B172A"/>
                </a:solidFill>
              </a:defRPr>
            </a:lvl1pPr>
            <a:lvl2pPr algn="l">
              <a:defRPr sz="1500" b="1" i="0">
                <a:solidFill>
                  <a:srgbClr val="0B172A"/>
                </a:solidFill>
              </a:defRPr>
            </a:lvl2pPr>
            <a:lvl3pPr algn="l">
              <a:defRPr sz="1500" b="1" i="0">
                <a:solidFill>
                  <a:srgbClr val="0B172A"/>
                </a:solidFill>
              </a:defRPr>
            </a:lvl3pPr>
            <a:lvl4pPr algn="l">
              <a:defRPr sz="1500" b="1" i="0">
                <a:solidFill>
                  <a:srgbClr val="0B172A"/>
                </a:solidFill>
              </a:defRPr>
            </a:lvl4pPr>
            <a:lvl5pPr algn="l">
              <a:defRPr sz="1500" b="1" i="0">
                <a:solidFill>
                  <a:srgbClr val="0B172A"/>
                </a:solidFill>
              </a:defRPr>
            </a:lvl5pPr>
            <a:lvl6pPr algn="l">
              <a:defRPr sz="1500" b="1" i="0">
                <a:solidFill>
                  <a:srgbClr val="0B172A"/>
                </a:solidFill>
              </a:defRPr>
            </a:lvl6pPr>
            <a:lvl7pPr algn="l">
              <a:defRPr sz="1500" b="1" i="0">
                <a:solidFill>
                  <a:srgbClr val="0B172A"/>
                </a:solidFill>
              </a:defRPr>
            </a:lvl7pPr>
            <a:lvl8pPr algn="l">
              <a:defRPr sz="1500" b="1" i="0">
                <a:solidFill>
                  <a:srgbClr val="0B172A"/>
                </a:solidFill>
              </a:defRPr>
            </a:lvl8pPr>
            <a:lvl9pPr algn="l">
              <a:defRPr sz="1500" b="1" i="0">
                <a:solidFill>
                  <a:srgbClr val="0B172A"/>
                </a:solidFill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0B172A"/>
                </a:solidFill>
              </a:defRPr>
            </a:pPr>
            <a:r>
              <a:rPr sz="1500" b="1" i="0">
                <a:solidFill>
                  <a:srgbClr val="0B172A"/>
                </a:solidFill>
              </a:rPr>
              <a:t>Interpretar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A9617C-9653-4DCD-937E-B982FDBA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956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64748B"/>
                </a:solidFill>
              </a:defRPr>
            </a:defPPr>
            <a:lvl1pPr algn="l">
              <a:defRPr sz="1200" b="0" i="0">
                <a:solidFill>
                  <a:srgbClr val="64748B"/>
                </a:solidFill>
              </a:defRPr>
            </a:lvl1pPr>
            <a:lvl2pPr algn="l">
              <a:defRPr sz="1200" b="0" i="0">
                <a:solidFill>
                  <a:srgbClr val="64748B"/>
                </a:solidFill>
              </a:defRPr>
            </a:lvl2pPr>
            <a:lvl3pPr algn="l">
              <a:defRPr sz="1200" b="0" i="0">
                <a:solidFill>
                  <a:srgbClr val="64748B"/>
                </a:solidFill>
              </a:defRPr>
            </a:lvl3pPr>
            <a:lvl4pPr algn="l">
              <a:defRPr sz="1200" b="0" i="0">
                <a:solidFill>
                  <a:srgbClr val="64748B"/>
                </a:solidFill>
              </a:defRPr>
            </a:lvl4pPr>
            <a:lvl5pPr algn="l">
              <a:defRPr sz="1200" b="0" i="0">
                <a:solidFill>
                  <a:srgbClr val="64748B"/>
                </a:solidFill>
              </a:defRPr>
            </a:lvl5pPr>
            <a:lvl6pPr algn="l">
              <a:defRPr sz="1200" b="0" i="0">
                <a:solidFill>
                  <a:srgbClr val="64748B"/>
                </a:solidFill>
              </a:defRPr>
            </a:lvl6pPr>
            <a:lvl7pPr algn="l">
              <a:defRPr sz="1200" b="0" i="0">
                <a:solidFill>
                  <a:srgbClr val="64748B"/>
                </a:solidFill>
              </a:defRPr>
            </a:lvl7pPr>
            <a:lvl8pPr algn="l">
              <a:defRPr sz="1200" b="0" i="0">
                <a:solidFill>
                  <a:srgbClr val="64748B"/>
                </a:solidFill>
              </a:defRPr>
            </a:lvl8pPr>
            <a:lvl9pPr algn="l">
              <a:defRPr sz="1200" b="0" i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O sistema calcula domínio e lacunas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0BAC9A-EBFD-4CB4-812C-84EBCB95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766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 i="0">
                <a:solidFill>
                  <a:srgbClr val="2176E8"/>
                </a:solidFill>
              </a:defRPr>
            </a:defPPr>
            <a:lvl1pPr algn="ctr">
              <a:defRPr sz="1800" b="1" i="0">
                <a:solidFill>
                  <a:srgbClr val="2176E8"/>
                </a:solidFill>
              </a:defRPr>
            </a:lvl1pPr>
            <a:lvl2pPr algn="ctr">
              <a:defRPr sz="1800" b="1" i="0">
                <a:solidFill>
                  <a:srgbClr val="2176E8"/>
                </a:solidFill>
              </a:defRPr>
            </a:lvl2pPr>
            <a:lvl3pPr algn="ctr">
              <a:defRPr sz="1800" b="1" i="0">
                <a:solidFill>
                  <a:srgbClr val="2176E8"/>
                </a:solidFill>
              </a:defRPr>
            </a:lvl3pPr>
            <a:lvl4pPr algn="ctr">
              <a:defRPr sz="1800" b="1" i="0">
                <a:solidFill>
                  <a:srgbClr val="2176E8"/>
                </a:solidFill>
              </a:defRPr>
            </a:lvl4pPr>
            <a:lvl5pPr algn="ctr">
              <a:defRPr sz="1800" b="1" i="0">
                <a:solidFill>
                  <a:srgbClr val="2176E8"/>
                </a:solidFill>
              </a:defRPr>
            </a:lvl5pPr>
            <a:lvl6pPr algn="ctr">
              <a:defRPr sz="1800" b="1" i="0">
                <a:solidFill>
                  <a:srgbClr val="2176E8"/>
                </a:solidFill>
              </a:defRPr>
            </a:lvl6pPr>
            <a:lvl7pPr algn="ctr">
              <a:defRPr sz="1800" b="1" i="0">
                <a:solidFill>
                  <a:srgbClr val="2176E8"/>
                </a:solidFill>
              </a:defRPr>
            </a:lvl7pPr>
            <a:lvl8pPr algn="ctr">
              <a:defRPr sz="1800" b="1" i="0">
                <a:solidFill>
                  <a:srgbClr val="2176E8"/>
                </a:solidFill>
              </a:defRPr>
            </a:lvl8pPr>
            <a:lvl9pPr algn="ctr">
              <a:defRPr sz="1800" b="1" i="0">
                <a:solidFill>
                  <a:srgbClr val="2176E8"/>
                </a:solidFill>
              </a:defRPr>
            </a:lvl9pPr>
          </a:lstStyle>
          <a:p xmlns:a="http://schemas.openxmlformats.org/drawingml/2006/main">
            <a:pPr algn="ctr">
              <a:defRPr sz="1800" b="1" i="0">
                <a:solidFill>
                  <a:srgbClr val="2176E8"/>
                </a:solidFill>
              </a:defRPr>
            </a:pPr>
            <a:r>
              <a:rPr sz="1800" b="1" i="0">
                <a:solidFill>
                  <a:srgbClr val="2176E8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3DD7A7-2B49-448E-845E-8569D6B2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671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ED12E7-3DBF-435A-94C8-B49BF7CF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480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0B172A"/>
                </a:solidFill>
              </a:defRPr>
            </a:defPPr>
            <a:lvl1pPr algn="l">
              <a:defRPr sz="1500" b="1" i="0">
                <a:solidFill>
                  <a:srgbClr val="0B172A"/>
                </a:solidFill>
              </a:defRPr>
            </a:lvl1pPr>
            <a:lvl2pPr algn="l">
              <a:defRPr sz="1500" b="1" i="0">
                <a:solidFill>
                  <a:srgbClr val="0B172A"/>
                </a:solidFill>
              </a:defRPr>
            </a:lvl2pPr>
            <a:lvl3pPr algn="l">
              <a:defRPr sz="1500" b="1" i="0">
                <a:solidFill>
                  <a:srgbClr val="0B172A"/>
                </a:solidFill>
              </a:defRPr>
            </a:lvl3pPr>
            <a:lvl4pPr algn="l">
              <a:defRPr sz="1500" b="1" i="0">
                <a:solidFill>
                  <a:srgbClr val="0B172A"/>
                </a:solidFill>
              </a:defRPr>
            </a:lvl4pPr>
            <a:lvl5pPr algn="l">
              <a:defRPr sz="1500" b="1" i="0">
                <a:solidFill>
                  <a:srgbClr val="0B172A"/>
                </a:solidFill>
              </a:defRPr>
            </a:lvl5pPr>
            <a:lvl6pPr algn="l">
              <a:defRPr sz="1500" b="1" i="0">
                <a:solidFill>
                  <a:srgbClr val="0B172A"/>
                </a:solidFill>
              </a:defRPr>
            </a:lvl6pPr>
            <a:lvl7pPr algn="l">
              <a:defRPr sz="1500" b="1" i="0">
                <a:solidFill>
                  <a:srgbClr val="0B172A"/>
                </a:solidFill>
              </a:defRPr>
            </a:lvl7pPr>
            <a:lvl8pPr algn="l">
              <a:defRPr sz="1500" b="1" i="0">
                <a:solidFill>
                  <a:srgbClr val="0B172A"/>
                </a:solidFill>
              </a:defRPr>
            </a:lvl8pPr>
            <a:lvl9pPr algn="l">
              <a:defRPr sz="1500" b="1" i="0">
                <a:solidFill>
                  <a:srgbClr val="0B172A"/>
                </a:solidFill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0B172A"/>
                </a:solidFill>
              </a:defRPr>
            </a:pPr>
            <a:r>
              <a:rPr sz="1500" b="1" i="0">
                <a:solidFill>
                  <a:srgbClr val="0B172A"/>
                </a:solidFill>
              </a:rPr>
              <a:t>Priorizar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49898A-D67F-4AE7-AEA6-210B3DA0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624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64748B"/>
                </a:solidFill>
              </a:defRPr>
            </a:defPPr>
            <a:lvl1pPr algn="l">
              <a:defRPr sz="1200" b="0" i="0">
                <a:solidFill>
                  <a:srgbClr val="64748B"/>
                </a:solidFill>
              </a:defRPr>
            </a:lvl1pPr>
            <a:lvl2pPr algn="l">
              <a:defRPr sz="1200" b="0" i="0">
                <a:solidFill>
                  <a:srgbClr val="64748B"/>
                </a:solidFill>
              </a:defRPr>
            </a:lvl2pPr>
            <a:lvl3pPr algn="l">
              <a:defRPr sz="1200" b="0" i="0">
                <a:solidFill>
                  <a:srgbClr val="64748B"/>
                </a:solidFill>
              </a:defRPr>
            </a:lvl3pPr>
            <a:lvl4pPr algn="l">
              <a:defRPr sz="1200" b="0" i="0">
                <a:solidFill>
                  <a:srgbClr val="64748B"/>
                </a:solidFill>
              </a:defRPr>
            </a:lvl4pPr>
            <a:lvl5pPr algn="l">
              <a:defRPr sz="1200" b="0" i="0">
                <a:solidFill>
                  <a:srgbClr val="64748B"/>
                </a:solidFill>
              </a:defRPr>
            </a:lvl5pPr>
            <a:lvl6pPr algn="l">
              <a:defRPr sz="1200" b="0" i="0">
                <a:solidFill>
                  <a:srgbClr val="64748B"/>
                </a:solidFill>
              </a:defRPr>
            </a:lvl6pPr>
            <a:lvl7pPr algn="l">
              <a:defRPr sz="1200" b="0" i="0">
                <a:solidFill>
                  <a:srgbClr val="64748B"/>
                </a:solidFill>
              </a:defRPr>
            </a:lvl7pPr>
            <a:lvl8pPr algn="l">
              <a:defRPr sz="1200" b="0" i="0">
                <a:solidFill>
                  <a:srgbClr val="64748B"/>
                </a:solidFill>
              </a:defRPr>
            </a:lvl8pPr>
            <a:lvl9pPr algn="l">
              <a:defRPr sz="1200" b="0" i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Plano e rotina focam os pontos fracos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64593A-C93B-4E08-8DC2-44FACDEC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743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 i="0">
                <a:solidFill>
                  <a:srgbClr val="2176E8"/>
                </a:solidFill>
              </a:defRPr>
            </a:defPPr>
            <a:lvl1pPr algn="ctr">
              <a:defRPr sz="1800" b="1" i="0">
                <a:solidFill>
                  <a:srgbClr val="2176E8"/>
                </a:solidFill>
              </a:defRPr>
            </a:lvl1pPr>
            <a:lvl2pPr algn="ctr">
              <a:defRPr sz="1800" b="1" i="0">
                <a:solidFill>
                  <a:srgbClr val="2176E8"/>
                </a:solidFill>
              </a:defRPr>
            </a:lvl2pPr>
            <a:lvl3pPr algn="ctr">
              <a:defRPr sz="1800" b="1" i="0">
                <a:solidFill>
                  <a:srgbClr val="2176E8"/>
                </a:solidFill>
              </a:defRPr>
            </a:lvl3pPr>
            <a:lvl4pPr algn="ctr">
              <a:defRPr sz="1800" b="1" i="0">
                <a:solidFill>
                  <a:srgbClr val="2176E8"/>
                </a:solidFill>
              </a:defRPr>
            </a:lvl4pPr>
            <a:lvl5pPr algn="ctr">
              <a:defRPr sz="1800" b="1" i="0">
                <a:solidFill>
                  <a:srgbClr val="2176E8"/>
                </a:solidFill>
              </a:defRPr>
            </a:lvl5pPr>
            <a:lvl6pPr algn="ctr">
              <a:defRPr sz="1800" b="1" i="0">
                <a:solidFill>
                  <a:srgbClr val="2176E8"/>
                </a:solidFill>
              </a:defRPr>
            </a:lvl6pPr>
            <a:lvl7pPr algn="ctr">
              <a:defRPr sz="1800" b="1" i="0">
                <a:solidFill>
                  <a:srgbClr val="2176E8"/>
                </a:solidFill>
              </a:defRPr>
            </a:lvl7pPr>
            <a:lvl8pPr algn="ctr">
              <a:defRPr sz="1800" b="1" i="0">
                <a:solidFill>
                  <a:srgbClr val="2176E8"/>
                </a:solidFill>
              </a:defRPr>
            </a:lvl8pPr>
            <a:lvl9pPr algn="ctr">
              <a:defRPr sz="1800" b="1" i="0">
                <a:solidFill>
                  <a:srgbClr val="2176E8"/>
                </a:solidFill>
              </a:defRPr>
            </a:lvl9pPr>
          </a:lstStyle>
          <a:p xmlns:a="http://schemas.openxmlformats.org/drawingml/2006/main">
            <a:pPr algn="ctr">
              <a:defRPr sz="1800" b="1" i="0">
                <a:solidFill>
                  <a:srgbClr val="2176E8"/>
                </a:solidFill>
              </a:defRPr>
            </a:pPr>
            <a:r>
              <a:rPr sz="1800" b="1" i="0">
                <a:solidFill>
                  <a:srgbClr val="2176E8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BDCE25-6CC6-4A9E-9555-52889CDC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9339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F79A09-A392-4838-8FAF-2F8C97BE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148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0B172A"/>
                </a:solidFill>
              </a:defRPr>
            </a:defPPr>
            <a:lvl1pPr algn="l">
              <a:defRPr sz="1500" b="1" i="0">
                <a:solidFill>
                  <a:srgbClr val="0B172A"/>
                </a:solidFill>
              </a:defRPr>
            </a:lvl1pPr>
            <a:lvl2pPr algn="l">
              <a:defRPr sz="1500" b="1" i="0">
                <a:solidFill>
                  <a:srgbClr val="0B172A"/>
                </a:solidFill>
              </a:defRPr>
            </a:lvl2pPr>
            <a:lvl3pPr algn="l">
              <a:defRPr sz="1500" b="1" i="0">
                <a:solidFill>
                  <a:srgbClr val="0B172A"/>
                </a:solidFill>
              </a:defRPr>
            </a:lvl3pPr>
            <a:lvl4pPr algn="l">
              <a:defRPr sz="1500" b="1" i="0">
                <a:solidFill>
                  <a:srgbClr val="0B172A"/>
                </a:solidFill>
              </a:defRPr>
            </a:lvl4pPr>
            <a:lvl5pPr algn="l">
              <a:defRPr sz="1500" b="1" i="0">
                <a:solidFill>
                  <a:srgbClr val="0B172A"/>
                </a:solidFill>
              </a:defRPr>
            </a:lvl5pPr>
            <a:lvl6pPr algn="l">
              <a:defRPr sz="1500" b="1" i="0">
                <a:solidFill>
                  <a:srgbClr val="0B172A"/>
                </a:solidFill>
              </a:defRPr>
            </a:lvl6pPr>
            <a:lvl7pPr algn="l">
              <a:defRPr sz="1500" b="1" i="0">
                <a:solidFill>
                  <a:srgbClr val="0B172A"/>
                </a:solidFill>
              </a:defRPr>
            </a:lvl7pPr>
            <a:lvl8pPr algn="l">
              <a:defRPr sz="1500" b="1" i="0">
                <a:solidFill>
                  <a:srgbClr val="0B172A"/>
                </a:solidFill>
              </a:defRPr>
            </a:lvl8pPr>
            <a:lvl9pPr algn="l">
              <a:defRPr sz="1500" b="1" i="0">
                <a:solidFill>
                  <a:srgbClr val="0B172A"/>
                </a:solidFill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0B172A"/>
                </a:solidFill>
              </a:defRPr>
            </a:pPr>
            <a:r>
              <a:rPr sz="1500" b="1" i="0">
                <a:solidFill>
                  <a:srgbClr val="0B172A"/>
                </a:solidFill>
              </a:rPr>
              <a:t>Reavaliar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FDA3E2-3FA1-41E5-B926-26F737F5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292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64748B"/>
                </a:solidFill>
              </a:defRPr>
            </a:defPPr>
            <a:lvl1pPr algn="l">
              <a:defRPr sz="1200" b="0" i="0">
                <a:solidFill>
                  <a:srgbClr val="64748B"/>
                </a:solidFill>
              </a:defRPr>
            </a:lvl1pPr>
            <a:lvl2pPr algn="l">
              <a:defRPr sz="1200" b="0" i="0">
                <a:solidFill>
                  <a:srgbClr val="64748B"/>
                </a:solidFill>
              </a:defRPr>
            </a:lvl2pPr>
            <a:lvl3pPr algn="l">
              <a:defRPr sz="1200" b="0" i="0">
                <a:solidFill>
                  <a:srgbClr val="64748B"/>
                </a:solidFill>
              </a:defRPr>
            </a:lvl3pPr>
            <a:lvl4pPr algn="l">
              <a:defRPr sz="1200" b="0" i="0">
                <a:solidFill>
                  <a:srgbClr val="64748B"/>
                </a:solidFill>
              </a:defRPr>
            </a:lvl4pPr>
            <a:lvl5pPr algn="l">
              <a:defRPr sz="1200" b="0" i="0">
                <a:solidFill>
                  <a:srgbClr val="64748B"/>
                </a:solidFill>
              </a:defRPr>
            </a:lvl5pPr>
            <a:lvl6pPr algn="l">
              <a:defRPr sz="1200" b="0" i="0">
                <a:solidFill>
                  <a:srgbClr val="64748B"/>
                </a:solidFill>
              </a:defRPr>
            </a:lvl6pPr>
            <a:lvl7pPr algn="l">
              <a:defRPr sz="1200" b="0" i="0">
                <a:solidFill>
                  <a:srgbClr val="64748B"/>
                </a:solidFill>
              </a:defRPr>
            </a:lvl7pPr>
            <a:lvl8pPr algn="l">
              <a:defRPr sz="1200" b="0" i="0">
                <a:solidFill>
                  <a:srgbClr val="64748B"/>
                </a:solidFill>
              </a:defRPr>
            </a:lvl8pPr>
            <a:lvl9pPr algn="l">
              <a:defRPr sz="1200" b="0" i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Novos resultados atualizam as recomendações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F4EB54-93BC-4C0A-98C8-8B79755C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4A7B62-E376-46FF-BA80-9314EDE7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94A3B8"/>
                </a:solidFill>
              </a:defRPr>
            </a:defPPr>
            <a:lvl1pPr algn="l">
              <a:defRPr sz="750" b="0" i="0">
                <a:solidFill>
                  <a:srgbClr val="94A3B8"/>
                </a:solidFill>
              </a:defRPr>
            </a:lvl1pPr>
            <a:lvl2pPr algn="l">
              <a:defRPr sz="750" b="0" i="0">
                <a:solidFill>
                  <a:srgbClr val="94A3B8"/>
                </a:solidFill>
              </a:defRPr>
            </a:lvl2pPr>
            <a:lvl3pPr algn="l">
              <a:defRPr sz="750" b="0" i="0">
                <a:solidFill>
                  <a:srgbClr val="94A3B8"/>
                </a:solidFill>
              </a:defRPr>
            </a:lvl3pPr>
            <a:lvl4pPr algn="l">
              <a:defRPr sz="750" b="0" i="0">
                <a:solidFill>
                  <a:srgbClr val="94A3B8"/>
                </a:solidFill>
              </a:defRPr>
            </a:lvl4pPr>
            <a:lvl5pPr algn="l">
              <a:defRPr sz="750" b="0" i="0">
                <a:solidFill>
                  <a:srgbClr val="94A3B8"/>
                </a:solidFill>
              </a:defRPr>
            </a:lvl5pPr>
            <a:lvl6pPr algn="l">
              <a:defRPr sz="750" b="0" i="0">
                <a:solidFill>
                  <a:srgbClr val="94A3B8"/>
                </a:solidFill>
              </a:defRPr>
            </a:lvl6pPr>
            <a:lvl7pPr algn="l">
              <a:defRPr sz="750" b="0" i="0">
                <a:solidFill>
                  <a:srgbClr val="94A3B8"/>
                </a:solidFill>
              </a:defRPr>
            </a:lvl7pPr>
            <a:lvl8pPr algn="l">
              <a:defRPr sz="750" b="0" i="0">
                <a:solidFill>
                  <a:srgbClr val="94A3B8"/>
                </a:solidFill>
              </a:defRPr>
            </a:lvl8pPr>
            <a:lvl9pPr algn="l">
              <a:defRPr sz="750" b="0" i="0">
                <a:solidFill>
                  <a:srgbClr val="94A3B8"/>
                </a:solidFill>
              </a:defRPr>
            </a:lvl9pPr>
          </a:lstStyle>
          <a:p xmlns:a="http://schemas.openxmlformats.org/drawingml/2006/main">
            <a:pPr algn="l">
              <a:defRPr sz="750" b="0" i="0">
                <a:solidFill>
                  <a:srgbClr val="94A3B8"/>
                </a:solidFill>
              </a:defRPr>
            </a:pPr>
            <a:r>
              <a:rPr sz="750" b="0" i="0">
                <a:solidFill>
                  <a:srgbClr val="94A3B8"/>
                </a:solidFill>
              </a:rPr>
              <a:t>Projeto de Software  |  2026</a:t>
            </a:r>
          </a:p>
        </p:txBody>
      </p:sp>
    </p:spTree>
    <p:extLst>
      <p:ext uri="{BB962C8B-B14F-4D97-AF65-F5344CB8AC3E}">
        <p14:creationId xmlns:p14="http://schemas.microsoft.com/office/powerpoint/2010/main" val="2926566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1C3C38-470F-44B3-ACBF-1AD22AE6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2176E8"/>
                </a:solidFill>
              </a:defRPr>
            </a:defPPr>
            <a:lvl1pPr algn="l">
              <a:defRPr sz="975" b="1" i="0">
                <a:solidFill>
                  <a:srgbClr val="2176E8"/>
                </a:solidFill>
              </a:defRPr>
            </a:lvl1pPr>
            <a:lvl2pPr algn="l">
              <a:defRPr sz="975" b="1" i="0">
                <a:solidFill>
                  <a:srgbClr val="2176E8"/>
                </a:solidFill>
              </a:defRPr>
            </a:lvl2pPr>
            <a:lvl3pPr algn="l">
              <a:defRPr sz="975" b="1" i="0">
                <a:solidFill>
                  <a:srgbClr val="2176E8"/>
                </a:solidFill>
              </a:defRPr>
            </a:lvl3pPr>
            <a:lvl4pPr algn="l">
              <a:defRPr sz="975" b="1" i="0">
                <a:solidFill>
                  <a:srgbClr val="2176E8"/>
                </a:solidFill>
              </a:defRPr>
            </a:lvl4pPr>
            <a:lvl5pPr algn="l">
              <a:defRPr sz="975" b="1" i="0">
                <a:solidFill>
                  <a:srgbClr val="2176E8"/>
                </a:solidFill>
              </a:defRPr>
            </a:lvl5pPr>
            <a:lvl6pPr algn="l">
              <a:defRPr sz="975" b="1" i="0">
                <a:solidFill>
                  <a:srgbClr val="2176E8"/>
                </a:solidFill>
              </a:defRPr>
            </a:lvl6pPr>
            <a:lvl7pPr algn="l">
              <a:defRPr sz="975" b="1" i="0">
                <a:solidFill>
                  <a:srgbClr val="2176E8"/>
                </a:solidFill>
              </a:defRPr>
            </a:lvl7pPr>
            <a:lvl8pPr algn="l">
              <a:defRPr sz="975" b="1" i="0">
                <a:solidFill>
                  <a:srgbClr val="2176E8"/>
                </a:solidFill>
              </a:defRPr>
            </a:lvl8pPr>
            <a:lvl9pPr algn="l">
              <a:defRPr sz="975" b="1" i="0">
                <a:solidFill>
                  <a:srgbClr val="2176E8"/>
                </a:solidFill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2176E8"/>
                </a:solidFill>
              </a:defRPr>
            </a:pPr>
            <a:r>
              <a:rPr sz="975" b="1" i="0">
                <a:solidFill>
                  <a:srgbClr val="2176E8"/>
                </a:solidFill>
              </a:rPr>
              <a:t>PROPOSTA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3CD951-9DBF-48EB-9D16-4C767F3A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 i="0">
                <a:solidFill>
                  <a:srgbClr val="0B172A"/>
                </a:solidFill>
              </a:defRPr>
            </a:defPPr>
            <a:lvl1pPr algn="l">
              <a:defRPr sz="2550" b="1" i="0">
                <a:solidFill>
                  <a:srgbClr val="0B172A"/>
                </a:solidFill>
              </a:defRPr>
            </a:lvl1pPr>
            <a:lvl2pPr algn="l">
              <a:defRPr sz="2550" b="1" i="0">
                <a:solidFill>
                  <a:srgbClr val="0B172A"/>
                </a:solidFill>
              </a:defRPr>
            </a:lvl2pPr>
            <a:lvl3pPr algn="l">
              <a:defRPr sz="2550" b="1" i="0">
                <a:solidFill>
                  <a:srgbClr val="0B172A"/>
                </a:solidFill>
              </a:defRPr>
            </a:lvl3pPr>
            <a:lvl4pPr algn="l">
              <a:defRPr sz="2550" b="1" i="0">
                <a:solidFill>
                  <a:srgbClr val="0B172A"/>
                </a:solidFill>
              </a:defRPr>
            </a:lvl4pPr>
            <a:lvl5pPr algn="l">
              <a:defRPr sz="2550" b="1" i="0">
                <a:solidFill>
                  <a:srgbClr val="0B172A"/>
                </a:solidFill>
              </a:defRPr>
            </a:lvl5pPr>
            <a:lvl6pPr algn="l">
              <a:defRPr sz="2550" b="1" i="0">
                <a:solidFill>
                  <a:srgbClr val="0B172A"/>
                </a:solidFill>
              </a:defRPr>
            </a:lvl6pPr>
            <a:lvl7pPr algn="l">
              <a:defRPr sz="2550" b="1" i="0">
                <a:solidFill>
                  <a:srgbClr val="0B172A"/>
                </a:solidFill>
              </a:defRPr>
            </a:lvl7pPr>
            <a:lvl8pPr algn="l">
              <a:defRPr sz="2550" b="1" i="0">
                <a:solidFill>
                  <a:srgbClr val="0B172A"/>
                </a:solidFill>
              </a:defRPr>
            </a:lvl8pPr>
            <a:lvl9pPr algn="l">
              <a:defRPr sz="2550" b="1" i="0">
                <a:solidFill>
                  <a:srgbClr val="0B172A"/>
                </a:solidFill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0B172A"/>
                </a:solidFill>
              </a:defRPr>
            </a:pPr>
            <a:r>
              <a:rPr sz="2550" b="1" i="0">
                <a:solidFill>
                  <a:srgbClr val="0B172A"/>
                </a:solidFill>
              </a:rPr>
              <a:t>A resposta vira a próxima 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DA76D9-EEAF-44EE-ABDB-D6273D41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75" b="1" i="0">
                <a:solidFill>
                  <a:srgbClr val="94A3B8"/>
                </a:solidFill>
              </a:defRPr>
            </a:defPPr>
            <a:lvl1pPr algn="r">
              <a:defRPr sz="975" b="1" i="0">
                <a:solidFill>
                  <a:srgbClr val="94A3B8"/>
                </a:solidFill>
              </a:defRPr>
            </a:lvl1pPr>
            <a:lvl2pPr algn="r">
              <a:defRPr sz="975" b="1" i="0">
                <a:solidFill>
                  <a:srgbClr val="94A3B8"/>
                </a:solidFill>
              </a:defRPr>
            </a:lvl2pPr>
            <a:lvl3pPr algn="r">
              <a:defRPr sz="975" b="1" i="0">
                <a:solidFill>
                  <a:srgbClr val="94A3B8"/>
                </a:solidFill>
              </a:defRPr>
            </a:lvl3pPr>
            <a:lvl4pPr algn="r">
              <a:defRPr sz="975" b="1" i="0">
                <a:solidFill>
                  <a:srgbClr val="94A3B8"/>
                </a:solidFill>
              </a:defRPr>
            </a:lvl4pPr>
            <a:lvl5pPr algn="r">
              <a:defRPr sz="975" b="1" i="0">
                <a:solidFill>
                  <a:srgbClr val="94A3B8"/>
                </a:solidFill>
              </a:defRPr>
            </a:lvl5pPr>
            <a:lvl6pPr algn="r">
              <a:defRPr sz="975" b="1" i="0">
                <a:solidFill>
                  <a:srgbClr val="94A3B8"/>
                </a:solidFill>
              </a:defRPr>
            </a:lvl6pPr>
            <a:lvl7pPr algn="r">
              <a:defRPr sz="975" b="1" i="0">
                <a:solidFill>
                  <a:srgbClr val="94A3B8"/>
                </a:solidFill>
              </a:defRPr>
            </a:lvl7pPr>
            <a:lvl8pPr algn="r">
              <a:defRPr sz="975" b="1" i="0">
                <a:solidFill>
                  <a:srgbClr val="94A3B8"/>
                </a:solidFill>
              </a:defRPr>
            </a:lvl8pPr>
            <a:lvl9pPr algn="r">
              <a:defRPr sz="975" b="1" i="0">
                <a:solidFill>
                  <a:srgbClr val="94A3B8"/>
                </a:solidFill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94A3B8"/>
                </a:solidFill>
              </a:defRPr>
            </a:pPr>
            <a:r>
              <a:rPr sz="975" b="1" i="0">
                <a:solidFill>
                  <a:srgbClr val="94A3B8"/>
                </a:solidFill>
              </a:rPr>
              <a:t>03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43A0DB-49F4-4688-894C-6721E35717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1e83f287c34b9c"/>
          <a:stretch xmlns:a="http://schemas.openxmlformats.org/drawingml/2006/main"/>
        </p:blipFill>
        <p:spPr>
          <a:xfrm xmlns:a="http://schemas.openxmlformats.org/drawingml/2006/main">
            <a:off x="5815173" y="1809750"/>
            <a:ext cx="5686104" cy="3200400"/>
          </a:xfrm>
          <a:prstGeom xmlns:a="http://schemas.openxmlformats.org/drawingml/2006/main" prst="roundRect">
            <a:avLst>
              <a:gd name="adj" fmla="val 357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A80E7B-B6A5-4B27-A9CE-D9278AB8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38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0B172A"/>
                </a:solidFill>
              </a:defRPr>
            </a:defPPr>
            <a:lvl1pPr algn="l">
              <a:defRPr sz="1725" b="1" i="0">
                <a:solidFill>
                  <a:srgbClr val="0B172A"/>
                </a:solidFill>
              </a:defRPr>
            </a:lvl1pPr>
            <a:lvl2pPr algn="l">
              <a:defRPr sz="1725" b="1" i="0">
                <a:solidFill>
                  <a:srgbClr val="0B172A"/>
                </a:solidFill>
              </a:defRPr>
            </a:lvl2pPr>
            <a:lvl3pPr algn="l">
              <a:defRPr sz="1725" b="1" i="0">
                <a:solidFill>
                  <a:srgbClr val="0B172A"/>
                </a:solidFill>
              </a:defRPr>
            </a:lvl3pPr>
            <a:lvl4pPr algn="l">
              <a:defRPr sz="1725" b="1" i="0">
                <a:solidFill>
                  <a:srgbClr val="0B172A"/>
                </a:solidFill>
              </a:defRPr>
            </a:lvl4pPr>
            <a:lvl5pPr algn="l">
              <a:defRPr sz="1725" b="1" i="0">
                <a:solidFill>
                  <a:srgbClr val="0B172A"/>
                </a:solidFill>
              </a:defRPr>
            </a:lvl5pPr>
            <a:lvl6pPr algn="l">
              <a:defRPr sz="1725" b="1" i="0">
                <a:solidFill>
                  <a:srgbClr val="0B172A"/>
                </a:solidFill>
              </a:defRPr>
            </a:lvl6pPr>
            <a:lvl7pPr algn="l">
              <a:defRPr sz="1725" b="1" i="0">
                <a:solidFill>
                  <a:srgbClr val="0B172A"/>
                </a:solidFill>
              </a:defRPr>
            </a:lvl7pPr>
            <a:lvl8pPr algn="l">
              <a:defRPr sz="1725" b="1" i="0">
                <a:solidFill>
                  <a:srgbClr val="0B172A"/>
                </a:solidFill>
              </a:defRPr>
            </a:lvl8pPr>
            <a:lvl9pPr algn="l">
              <a:defRPr sz="1725" b="1" i="0">
                <a:solidFill>
                  <a:srgbClr val="0B172A"/>
                </a:solidFill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0B172A"/>
                </a:solidFill>
              </a:defRPr>
            </a:pPr>
            <a:r>
              <a:rPr sz="1725" b="1" i="0">
                <a:solidFill>
                  <a:srgbClr val="0B172A"/>
                </a:solidFill>
              </a:rPr>
              <a:t>O motor adaptativo usa desempenho, importância curricular, quantidade de evidências, urgência e revisão vencida.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D64072-E4F2-4D26-9B01-616C6925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2FBF8F"/>
                </a:solidFill>
              </a:defRPr>
            </a:defPPr>
            <a:lvl1pPr algn="l">
              <a:defRPr sz="1500" b="1" i="0">
                <a:solidFill>
                  <a:srgbClr val="2FBF8F"/>
                </a:solidFill>
              </a:defRPr>
            </a:lvl1pPr>
            <a:lvl2pPr algn="l">
              <a:defRPr sz="1500" b="1" i="0">
                <a:solidFill>
                  <a:srgbClr val="2FBF8F"/>
                </a:solidFill>
              </a:defRPr>
            </a:lvl2pPr>
            <a:lvl3pPr algn="l">
              <a:defRPr sz="1500" b="1" i="0">
                <a:solidFill>
                  <a:srgbClr val="2FBF8F"/>
                </a:solidFill>
              </a:defRPr>
            </a:lvl3pPr>
            <a:lvl4pPr algn="l">
              <a:defRPr sz="1500" b="1" i="0">
                <a:solidFill>
                  <a:srgbClr val="2FBF8F"/>
                </a:solidFill>
              </a:defRPr>
            </a:lvl4pPr>
            <a:lvl5pPr algn="l">
              <a:defRPr sz="1500" b="1" i="0">
                <a:solidFill>
                  <a:srgbClr val="2FBF8F"/>
                </a:solidFill>
              </a:defRPr>
            </a:lvl5pPr>
            <a:lvl6pPr algn="l">
              <a:defRPr sz="1500" b="1" i="0">
                <a:solidFill>
                  <a:srgbClr val="2FBF8F"/>
                </a:solidFill>
              </a:defRPr>
            </a:lvl6pPr>
            <a:lvl7pPr algn="l">
              <a:defRPr sz="1500" b="1" i="0">
                <a:solidFill>
                  <a:srgbClr val="2FBF8F"/>
                </a:solidFill>
              </a:defRPr>
            </a:lvl7pPr>
            <a:lvl8pPr algn="l">
              <a:defRPr sz="1500" b="1" i="0">
                <a:solidFill>
                  <a:srgbClr val="2FBF8F"/>
                </a:solidFill>
              </a:defRPr>
            </a:lvl8pPr>
            <a:lvl9pPr algn="l">
              <a:defRPr sz="1500" b="1" i="0">
                <a:solidFill>
                  <a:srgbClr val="2FBF8F"/>
                </a:solidFill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2FBF8F"/>
                </a:solidFill>
              </a:defRPr>
            </a:pPr>
            <a:r>
              <a:rPr sz="1500" b="1" i="0">
                <a:solidFill>
                  <a:srgbClr val="2FBF8F"/>
                </a:solidFill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C4271-B994-49DE-9DEB-CD6CA8A7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172033"/>
                </a:solidFill>
              </a:defRPr>
            </a:defPPr>
            <a:lvl1pPr algn="l">
              <a:defRPr sz="1350" b="0" i="0">
                <a:solidFill>
                  <a:srgbClr val="172033"/>
                </a:solidFill>
              </a:defRPr>
            </a:lvl1pPr>
            <a:lvl2pPr algn="l">
              <a:defRPr sz="1350" b="0" i="0">
                <a:solidFill>
                  <a:srgbClr val="172033"/>
                </a:solidFill>
              </a:defRPr>
            </a:lvl2pPr>
            <a:lvl3pPr algn="l">
              <a:defRPr sz="1350" b="0" i="0">
                <a:solidFill>
                  <a:srgbClr val="172033"/>
                </a:solidFill>
              </a:defRPr>
            </a:lvl3pPr>
            <a:lvl4pPr algn="l">
              <a:defRPr sz="1350" b="0" i="0">
                <a:solidFill>
                  <a:srgbClr val="172033"/>
                </a:solidFill>
              </a:defRPr>
            </a:lvl4pPr>
            <a:lvl5pPr algn="l">
              <a:defRPr sz="1350" b="0" i="0">
                <a:solidFill>
                  <a:srgbClr val="172033"/>
                </a:solidFill>
              </a:defRPr>
            </a:lvl5pPr>
            <a:lvl6pPr algn="l">
              <a:defRPr sz="1350" b="0" i="0">
                <a:solidFill>
                  <a:srgbClr val="172033"/>
                </a:solidFill>
              </a:defRPr>
            </a:lvl6pPr>
            <a:lvl7pPr algn="l">
              <a:defRPr sz="1350" b="0" i="0">
                <a:solidFill>
                  <a:srgbClr val="172033"/>
                </a:solidFill>
              </a:defRPr>
            </a:lvl7pPr>
            <a:lvl8pPr algn="l">
              <a:defRPr sz="1350" b="0" i="0">
                <a:solidFill>
                  <a:srgbClr val="172033"/>
                </a:solidFill>
              </a:defRPr>
            </a:lvl8pPr>
            <a:lvl9pPr algn="l">
              <a:defRPr sz="1350" b="0" i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172033"/>
                </a:solidFill>
              </a:defRPr>
            </a:pPr>
            <a:r>
              <a:rPr sz="1350" b="0" i="0">
                <a:solidFill>
                  <a:srgbClr val="172033"/>
                </a:solidFill>
              </a:rPr>
              <a:t>Histórico individual em SQLite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E9D2B-780C-4CD5-B010-104C7AFB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2FBF8F"/>
                </a:solidFill>
              </a:defRPr>
            </a:defPPr>
            <a:lvl1pPr algn="l">
              <a:defRPr sz="1500" b="1" i="0">
                <a:solidFill>
                  <a:srgbClr val="2FBF8F"/>
                </a:solidFill>
              </a:defRPr>
            </a:lvl1pPr>
            <a:lvl2pPr algn="l">
              <a:defRPr sz="1500" b="1" i="0">
                <a:solidFill>
                  <a:srgbClr val="2FBF8F"/>
                </a:solidFill>
              </a:defRPr>
            </a:lvl2pPr>
            <a:lvl3pPr algn="l">
              <a:defRPr sz="1500" b="1" i="0">
                <a:solidFill>
                  <a:srgbClr val="2FBF8F"/>
                </a:solidFill>
              </a:defRPr>
            </a:lvl3pPr>
            <a:lvl4pPr algn="l">
              <a:defRPr sz="1500" b="1" i="0">
                <a:solidFill>
                  <a:srgbClr val="2FBF8F"/>
                </a:solidFill>
              </a:defRPr>
            </a:lvl4pPr>
            <a:lvl5pPr algn="l">
              <a:defRPr sz="1500" b="1" i="0">
                <a:solidFill>
                  <a:srgbClr val="2FBF8F"/>
                </a:solidFill>
              </a:defRPr>
            </a:lvl5pPr>
            <a:lvl6pPr algn="l">
              <a:defRPr sz="1500" b="1" i="0">
                <a:solidFill>
                  <a:srgbClr val="2FBF8F"/>
                </a:solidFill>
              </a:defRPr>
            </a:lvl6pPr>
            <a:lvl7pPr algn="l">
              <a:defRPr sz="1500" b="1" i="0">
                <a:solidFill>
                  <a:srgbClr val="2FBF8F"/>
                </a:solidFill>
              </a:defRPr>
            </a:lvl7pPr>
            <a:lvl8pPr algn="l">
              <a:defRPr sz="1500" b="1" i="0">
                <a:solidFill>
                  <a:srgbClr val="2FBF8F"/>
                </a:solidFill>
              </a:defRPr>
            </a:lvl8pPr>
            <a:lvl9pPr algn="l">
              <a:defRPr sz="1500" b="1" i="0">
                <a:solidFill>
                  <a:srgbClr val="2FBF8F"/>
                </a:solidFill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2FBF8F"/>
                </a:solidFill>
              </a:defRPr>
            </a:pPr>
            <a:r>
              <a:rPr sz="1500" b="1" i="0">
                <a:solidFill>
                  <a:srgbClr val="2FBF8F"/>
                </a:solidFill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06460B-30F7-42D6-BED1-7039CF76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957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172033"/>
                </a:solidFill>
              </a:defRPr>
            </a:defPPr>
            <a:lvl1pPr algn="l">
              <a:defRPr sz="1350" b="0" i="0">
                <a:solidFill>
                  <a:srgbClr val="172033"/>
                </a:solidFill>
              </a:defRPr>
            </a:lvl1pPr>
            <a:lvl2pPr algn="l">
              <a:defRPr sz="1350" b="0" i="0">
                <a:solidFill>
                  <a:srgbClr val="172033"/>
                </a:solidFill>
              </a:defRPr>
            </a:lvl2pPr>
            <a:lvl3pPr algn="l">
              <a:defRPr sz="1350" b="0" i="0">
                <a:solidFill>
                  <a:srgbClr val="172033"/>
                </a:solidFill>
              </a:defRPr>
            </a:lvl3pPr>
            <a:lvl4pPr algn="l">
              <a:defRPr sz="1350" b="0" i="0">
                <a:solidFill>
                  <a:srgbClr val="172033"/>
                </a:solidFill>
              </a:defRPr>
            </a:lvl4pPr>
            <a:lvl5pPr algn="l">
              <a:defRPr sz="1350" b="0" i="0">
                <a:solidFill>
                  <a:srgbClr val="172033"/>
                </a:solidFill>
              </a:defRPr>
            </a:lvl5pPr>
            <a:lvl6pPr algn="l">
              <a:defRPr sz="1350" b="0" i="0">
                <a:solidFill>
                  <a:srgbClr val="172033"/>
                </a:solidFill>
              </a:defRPr>
            </a:lvl6pPr>
            <a:lvl7pPr algn="l">
              <a:defRPr sz="1350" b="0" i="0">
                <a:solidFill>
                  <a:srgbClr val="172033"/>
                </a:solidFill>
              </a:defRPr>
            </a:lvl7pPr>
            <a:lvl8pPr algn="l">
              <a:defRPr sz="1350" b="0" i="0">
                <a:solidFill>
                  <a:srgbClr val="172033"/>
                </a:solidFill>
              </a:defRPr>
            </a:lvl8pPr>
            <a:lvl9pPr algn="l">
              <a:defRPr sz="1350" b="0" i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172033"/>
                </a:solidFill>
              </a:defRPr>
            </a:pPr>
            <a:r>
              <a:rPr sz="1350" b="0" i="0">
                <a:solidFill>
                  <a:srgbClr val="172033"/>
                </a:solidFill>
              </a:rPr>
              <a:t>Recomendações explicadas ao estudante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29440B-5774-47B0-AC55-9E45926A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2FBF8F"/>
                </a:solidFill>
              </a:defRPr>
            </a:defPPr>
            <a:lvl1pPr algn="l">
              <a:defRPr sz="1500" b="1" i="0">
                <a:solidFill>
                  <a:srgbClr val="2FBF8F"/>
                </a:solidFill>
              </a:defRPr>
            </a:lvl1pPr>
            <a:lvl2pPr algn="l">
              <a:defRPr sz="1500" b="1" i="0">
                <a:solidFill>
                  <a:srgbClr val="2FBF8F"/>
                </a:solidFill>
              </a:defRPr>
            </a:lvl2pPr>
            <a:lvl3pPr algn="l">
              <a:defRPr sz="1500" b="1" i="0">
                <a:solidFill>
                  <a:srgbClr val="2FBF8F"/>
                </a:solidFill>
              </a:defRPr>
            </a:lvl3pPr>
            <a:lvl4pPr algn="l">
              <a:defRPr sz="1500" b="1" i="0">
                <a:solidFill>
                  <a:srgbClr val="2FBF8F"/>
                </a:solidFill>
              </a:defRPr>
            </a:lvl4pPr>
            <a:lvl5pPr algn="l">
              <a:defRPr sz="1500" b="1" i="0">
                <a:solidFill>
                  <a:srgbClr val="2FBF8F"/>
                </a:solidFill>
              </a:defRPr>
            </a:lvl5pPr>
            <a:lvl6pPr algn="l">
              <a:defRPr sz="1500" b="1" i="0">
                <a:solidFill>
                  <a:srgbClr val="2FBF8F"/>
                </a:solidFill>
              </a:defRPr>
            </a:lvl6pPr>
            <a:lvl7pPr algn="l">
              <a:defRPr sz="1500" b="1" i="0">
                <a:solidFill>
                  <a:srgbClr val="2FBF8F"/>
                </a:solidFill>
              </a:defRPr>
            </a:lvl7pPr>
            <a:lvl8pPr algn="l">
              <a:defRPr sz="1500" b="1" i="0">
                <a:solidFill>
                  <a:srgbClr val="2FBF8F"/>
                </a:solidFill>
              </a:defRPr>
            </a:lvl8pPr>
            <a:lvl9pPr algn="l">
              <a:defRPr sz="1500" b="1" i="0">
                <a:solidFill>
                  <a:srgbClr val="2FBF8F"/>
                </a:solidFill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2FBF8F"/>
                </a:solidFill>
              </a:defRPr>
            </a:pPr>
            <a:r>
              <a:rPr sz="1500" b="1" i="0">
                <a:solidFill>
                  <a:srgbClr val="2FBF8F"/>
                </a:solidFill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36D2C3-C60C-4630-A551-4E66B5F7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172033"/>
                </a:solidFill>
              </a:defRPr>
            </a:defPPr>
            <a:lvl1pPr algn="l">
              <a:defRPr sz="1350" b="0" i="0">
                <a:solidFill>
                  <a:srgbClr val="172033"/>
                </a:solidFill>
              </a:defRPr>
            </a:lvl1pPr>
            <a:lvl2pPr algn="l">
              <a:defRPr sz="1350" b="0" i="0">
                <a:solidFill>
                  <a:srgbClr val="172033"/>
                </a:solidFill>
              </a:defRPr>
            </a:lvl2pPr>
            <a:lvl3pPr algn="l">
              <a:defRPr sz="1350" b="0" i="0">
                <a:solidFill>
                  <a:srgbClr val="172033"/>
                </a:solidFill>
              </a:defRPr>
            </a:lvl3pPr>
            <a:lvl4pPr algn="l">
              <a:defRPr sz="1350" b="0" i="0">
                <a:solidFill>
                  <a:srgbClr val="172033"/>
                </a:solidFill>
              </a:defRPr>
            </a:lvl4pPr>
            <a:lvl5pPr algn="l">
              <a:defRPr sz="1350" b="0" i="0">
                <a:solidFill>
                  <a:srgbClr val="172033"/>
                </a:solidFill>
              </a:defRPr>
            </a:lvl5pPr>
            <a:lvl6pPr algn="l">
              <a:defRPr sz="1350" b="0" i="0">
                <a:solidFill>
                  <a:srgbClr val="172033"/>
                </a:solidFill>
              </a:defRPr>
            </a:lvl6pPr>
            <a:lvl7pPr algn="l">
              <a:defRPr sz="1350" b="0" i="0">
                <a:solidFill>
                  <a:srgbClr val="172033"/>
                </a:solidFill>
              </a:defRPr>
            </a:lvl7pPr>
            <a:lvl8pPr algn="l">
              <a:defRPr sz="1350" b="0" i="0">
                <a:solidFill>
                  <a:srgbClr val="172033"/>
                </a:solidFill>
              </a:defRPr>
            </a:lvl8pPr>
            <a:lvl9pPr algn="l">
              <a:defRPr sz="1350" b="0" i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172033"/>
                </a:solidFill>
              </a:defRPr>
            </a:pPr>
            <a:r>
              <a:rPr sz="1350" b="0" i="0">
                <a:solidFill>
                  <a:srgbClr val="172033"/>
                </a:solidFill>
              </a:rPr>
              <a:t>Plano recalculado a partir das atividades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DE405F-B41C-4B7A-992D-FA1BF692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2176E8"/>
                </a:solidFill>
              </a:defRPr>
            </a:defPPr>
            <a:lvl1pPr algn="l">
              <a:defRPr sz="1350" b="1" i="0">
                <a:solidFill>
                  <a:srgbClr val="2176E8"/>
                </a:solidFill>
              </a:defRPr>
            </a:lvl1pPr>
            <a:lvl2pPr algn="l">
              <a:defRPr sz="1350" b="1" i="0">
                <a:solidFill>
                  <a:srgbClr val="2176E8"/>
                </a:solidFill>
              </a:defRPr>
            </a:lvl2pPr>
            <a:lvl3pPr algn="l">
              <a:defRPr sz="1350" b="1" i="0">
                <a:solidFill>
                  <a:srgbClr val="2176E8"/>
                </a:solidFill>
              </a:defRPr>
            </a:lvl3pPr>
            <a:lvl4pPr algn="l">
              <a:defRPr sz="1350" b="1" i="0">
                <a:solidFill>
                  <a:srgbClr val="2176E8"/>
                </a:solidFill>
              </a:defRPr>
            </a:lvl4pPr>
            <a:lvl5pPr algn="l">
              <a:defRPr sz="1350" b="1" i="0">
                <a:solidFill>
                  <a:srgbClr val="2176E8"/>
                </a:solidFill>
              </a:defRPr>
            </a:lvl5pPr>
            <a:lvl6pPr algn="l">
              <a:defRPr sz="1350" b="1" i="0">
                <a:solidFill>
                  <a:srgbClr val="2176E8"/>
                </a:solidFill>
              </a:defRPr>
            </a:lvl6pPr>
            <a:lvl7pPr algn="l">
              <a:defRPr sz="1350" b="1" i="0">
                <a:solidFill>
                  <a:srgbClr val="2176E8"/>
                </a:solidFill>
              </a:defRPr>
            </a:lvl7pPr>
            <a:lvl8pPr algn="l">
              <a:defRPr sz="1350" b="1" i="0">
                <a:solidFill>
                  <a:srgbClr val="2176E8"/>
                </a:solidFill>
              </a:defRPr>
            </a:lvl8pPr>
            <a:lvl9pPr algn="l">
              <a:defRPr sz="1350" b="1" i="0">
                <a:solidFill>
                  <a:srgbClr val="2176E8"/>
                </a:solidFill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2176E8"/>
                </a:solidFill>
              </a:defRPr>
            </a:pPr>
            <a:r>
              <a:rPr sz="1350" b="1" i="0">
                <a:solidFill>
                  <a:srgbClr val="2176E8"/>
                </a:solidFill>
              </a:rPr>
              <a:t>A personalização funciona sem depender de IA generativa.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F2636B-7AA1-47D0-BEBC-D927DA50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F1D13D-8E68-4A58-B783-A9FE384F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94A3B8"/>
                </a:solidFill>
              </a:defRPr>
            </a:defPPr>
            <a:lvl1pPr algn="l">
              <a:defRPr sz="750" b="0" i="0">
                <a:solidFill>
                  <a:srgbClr val="94A3B8"/>
                </a:solidFill>
              </a:defRPr>
            </a:lvl1pPr>
            <a:lvl2pPr algn="l">
              <a:defRPr sz="750" b="0" i="0">
                <a:solidFill>
                  <a:srgbClr val="94A3B8"/>
                </a:solidFill>
              </a:defRPr>
            </a:lvl2pPr>
            <a:lvl3pPr algn="l">
              <a:defRPr sz="750" b="0" i="0">
                <a:solidFill>
                  <a:srgbClr val="94A3B8"/>
                </a:solidFill>
              </a:defRPr>
            </a:lvl3pPr>
            <a:lvl4pPr algn="l">
              <a:defRPr sz="750" b="0" i="0">
                <a:solidFill>
                  <a:srgbClr val="94A3B8"/>
                </a:solidFill>
              </a:defRPr>
            </a:lvl4pPr>
            <a:lvl5pPr algn="l">
              <a:defRPr sz="750" b="0" i="0">
                <a:solidFill>
                  <a:srgbClr val="94A3B8"/>
                </a:solidFill>
              </a:defRPr>
            </a:lvl5pPr>
            <a:lvl6pPr algn="l">
              <a:defRPr sz="750" b="0" i="0">
                <a:solidFill>
                  <a:srgbClr val="94A3B8"/>
                </a:solidFill>
              </a:defRPr>
            </a:lvl6pPr>
            <a:lvl7pPr algn="l">
              <a:defRPr sz="750" b="0" i="0">
                <a:solidFill>
                  <a:srgbClr val="94A3B8"/>
                </a:solidFill>
              </a:defRPr>
            </a:lvl7pPr>
            <a:lvl8pPr algn="l">
              <a:defRPr sz="750" b="0" i="0">
                <a:solidFill>
                  <a:srgbClr val="94A3B8"/>
                </a:solidFill>
              </a:defRPr>
            </a:lvl8pPr>
            <a:lvl9pPr algn="l">
              <a:defRPr sz="750" b="0" i="0">
                <a:solidFill>
                  <a:srgbClr val="94A3B8"/>
                </a:solidFill>
              </a:defRPr>
            </a:lvl9pPr>
          </a:lstStyle>
          <a:p xmlns:a="http://schemas.openxmlformats.org/drawingml/2006/main">
            <a:pPr algn="l">
              <a:defRPr sz="750" b="0" i="0">
                <a:solidFill>
                  <a:srgbClr val="94A3B8"/>
                </a:solidFill>
              </a:defRPr>
            </a:pPr>
            <a:r>
              <a:rPr sz="750" b="0" i="0">
                <a:solidFill>
                  <a:srgbClr val="94A3B8"/>
                </a:solidFill>
              </a:rPr>
              <a:t>Projeto de Software  |  2026</a:t>
            </a:r>
          </a:p>
        </p:txBody>
      </p:sp>
    </p:spTree>
    <p:extLst>
      <p:ext uri="{BB962C8B-B14F-4D97-AF65-F5344CB8AC3E}">
        <p14:creationId xmlns:p14="http://schemas.microsoft.com/office/powerpoint/2010/main" val="14889573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E08095-522D-484D-B8FC-271819EB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66A8FF"/>
                </a:solidFill>
              </a:defRPr>
            </a:defPPr>
            <a:lvl1pPr algn="l">
              <a:defRPr sz="975" b="1" i="0">
                <a:solidFill>
                  <a:srgbClr val="66A8FF"/>
                </a:solidFill>
              </a:defRPr>
            </a:lvl1pPr>
            <a:lvl2pPr algn="l">
              <a:defRPr sz="975" b="1" i="0">
                <a:solidFill>
                  <a:srgbClr val="66A8FF"/>
                </a:solidFill>
              </a:defRPr>
            </a:lvl2pPr>
            <a:lvl3pPr algn="l">
              <a:defRPr sz="975" b="1" i="0">
                <a:solidFill>
                  <a:srgbClr val="66A8FF"/>
                </a:solidFill>
              </a:defRPr>
            </a:lvl3pPr>
            <a:lvl4pPr algn="l">
              <a:defRPr sz="975" b="1" i="0">
                <a:solidFill>
                  <a:srgbClr val="66A8FF"/>
                </a:solidFill>
              </a:defRPr>
            </a:lvl4pPr>
            <a:lvl5pPr algn="l">
              <a:defRPr sz="975" b="1" i="0">
                <a:solidFill>
                  <a:srgbClr val="66A8FF"/>
                </a:solidFill>
              </a:defRPr>
            </a:lvl5pPr>
            <a:lvl6pPr algn="l">
              <a:defRPr sz="975" b="1" i="0">
                <a:solidFill>
                  <a:srgbClr val="66A8FF"/>
                </a:solidFill>
              </a:defRPr>
            </a:lvl6pPr>
            <a:lvl7pPr algn="l">
              <a:defRPr sz="975" b="1" i="0">
                <a:solidFill>
                  <a:srgbClr val="66A8FF"/>
                </a:solidFill>
              </a:defRPr>
            </a:lvl7pPr>
            <a:lvl8pPr algn="l">
              <a:defRPr sz="975" b="1" i="0">
                <a:solidFill>
                  <a:srgbClr val="66A8FF"/>
                </a:solidFill>
              </a:defRPr>
            </a:lvl8pPr>
            <a:lvl9pPr algn="l">
              <a:defRPr sz="975" b="1" i="0">
                <a:solidFill>
                  <a:srgbClr val="66A8FF"/>
                </a:solidFill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66A8FF"/>
                </a:solidFill>
              </a:defRPr>
            </a:pPr>
            <a:r>
              <a:rPr sz="975" b="1" i="0">
                <a:solidFill>
                  <a:srgbClr val="66A8FF"/>
                </a:solidFill>
              </a:rPr>
              <a:t>MAPEAMENTO INICIAL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501762-4352-45A9-9FC5-FA1955DA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 i="0">
                <a:solidFill>
                  <a:srgbClr val="FFFFFF"/>
                </a:solidFill>
              </a:defRPr>
            </a:defPPr>
            <a:lvl1pPr algn="l">
              <a:defRPr sz="2550" b="1" i="0">
                <a:solidFill>
                  <a:srgbClr val="FFFFFF"/>
                </a:solidFill>
              </a:defRPr>
            </a:lvl1pPr>
            <a:lvl2pPr algn="l">
              <a:defRPr sz="2550" b="1" i="0">
                <a:solidFill>
                  <a:srgbClr val="FFFFFF"/>
                </a:solidFill>
              </a:defRPr>
            </a:lvl2pPr>
            <a:lvl3pPr algn="l">
              <a:defRPr sz="2550" b="1" i="0">
                <a:solidFill>
                  <a:srgbClr val="FFFFFF"/>
                </a:solidFill>
              </a:defRPr>
            </a:lvl3pPr>
            <a:lvl4pPr algn="l">
              <a:defRPr sz="2550" b="1" i="0">
                <a:solidFill>
                  <a:srgbClr val="FFFFFF"/>
                </a:solidFill>
              </a:defRPr>
            </a:lvl4pPr>
            <a:lvl5pPr algn="l">
              <a:defRPr sz="2550" b="1" i="0">
                <a:solidFill>
                  <a:srgbClr val="FFFFFF"/>
                </a:solidFill>
              </a:defRPr>
            </a:lvl5pPr>
            <a:lvl6pPr algn="l">
              <a:defRPr sz="2550" b="1" i="0">
                <a:solidFill>
                  <a:srgbClr val="FFFFFF"/>
                </a:solidFill>
              </a:defRPr>
            </a:lvl6pPr>
            <a:lvl7pPr algn="l">
              <a:defRPr sz="2550" b="1" i="0">
                <a:solidFill>
                  <a:srgbClr val="FFFFFF"/>
                </a:solidFill>
              </a:defRPr>
            </a:lvl7pPr>
            <a:lvl8pPr algn="l">
              <a:defRPr sz="2550" b="1" i="0">
                <a:solidFill>
                  <a:srgbClr val="FFFFFF"/>
                </a:solidFill>
              </a:defRPr>
            </a:lvl8pPr>
            <a:lvl9pPr algn="l">
              <a:defRPr sz="255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Caso de uso 1  |  Diagnóstico configurável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4CD06-BDE8-4C79-A918-378C2F65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75" b="1" i="0">
                <a:solidFill>
                  <a:srgbClr val="8BA0BC"/>
                </a:solidFill>
              </a:defRPr>
            </a:defPPr>
            <a:lvl1pPr algn="r">
              <a:defRPr sz="975" b="1" i="0">
                <a:solidFill>
                  <a:srgbClr val="8BA0BC"/>
                </a:solidFill>
              </a:defRPr>
            </a:lvl1pPr>
            <a:lvl2pPr algn="r">
              <a:defRPr sz="975" b="1" i="0">
                <a:solidFill>
                  <a:srgbClr val="8BA0BC"/>
                </a:solidFill>
              </a:defRPr>
            </a:lvl2pPr>
            <a:lvl3pPr algn="r">
              <a:defRPr sz="975" b="1" i="0">
                <a:solidFill>
                  <a:srgbClr val="8BA0BC"/>
                </a:solidFill>
              </a:defRPr>
            </a:lvl3pPr>
            <a:lvl4pPr algn="r">
              <a:defRPr sz="975" b="1" i="0">
                <a:solidFill>
                  <a:srgbClr val="8BA0BC"/>
                </a:solidFill>
              </a:defRPr>
            </a:lvl4pPr>
            <a:lvl5pPr algn="r">
              <a:defRPr sz="975" b="1" i="0">
                <a:solidFill>
                  <a:srgbClr val="8BA0BC"/>
                </a:solidFill>
              </a:defRPr>
            </a:lvl5pPr>
            <a:lvl6pPr algn="r">
              <a:defRPr sz="975" b="1" i="0">
                <a:solidFill>
                  <a:srgbClr val="8BA0BC"/>
                </a:solidFill>
              </a:defRPr>
            </a:lvl6pPr>
            <a:lvl7pPr algn="r">
              <a:defRPr sz="975" b="1" i="0">
                <a:solidFill>
                  <a:srgbClr val="8BA0BC"/>
                </a:solidFill>
              </a:defRPr>
            </a:lvl7pPr>
            <a:lvl8pPr algn="r">
              <a:defRPr sz="975" b="1" i="0">
                <a:solidFill>
                  <a:srgbClr val="8BA0BC"/>
                </a:solidFill>
              </a:defRPr>
            </a:lvl8pPr>
            <a:lvl9pPr algn="r">
              <a:defRPr sz="975" b="1" i="0">
                <a:solidFill>
                  <a:srgbClr val="8BA0BC"/>
                </a:solidFill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8BA0BC"/>
                </a:solidFill>
              </a:defRPr>
            </a:pPr>
            <a:r>
              <a:rPr sz="975" b="1" i="0">
                <a:solidFill>
                  <a:srgbClr val="8BA0BC"/>
                </a:solidFill>
              </a:rPr>
              <a:t>04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74A14-87D6-49BB-93EC-F6E0E08248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3c74470f4e43bd"/>
          <a:stretch xmlns:a="http://schemas.openxmlformats.org/drawingml/2006/main"/>
        </p:blipFill>
        <p:spPr>
          <a:xfrm xmlns:a="http://schemas.openxmlformats.org/drawingml/2006/main">
            <a:off x="5053407" y="1733550"/>
            <a:ext cx="6447636" cy="3629025"/>
          </a:xfrm>
          <a:prstGeom xmlns:a="http://schemas.openxmlformats.org/drawingml/2006/main" prst="roundRect">
            <a:avLst>
              <a:gd name="adj" fmla="val 315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58EB05-5B31-4CCE-9A67-4076E5EE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 i="0">
                <a:solidFill>
                  <a:srgbClr val="FFFFFF"/>
                </a:solidFill>
              </a:defRPr>
            </a:defPPr>
            <a:lvl1pPr algn="l">
              <a:defRPr sz="1650" b="1" i="0">
                <a:solidFill>
                  <a:srgbClr val="FFFFFF"/>
                </a:solidFill>
              </a:defRPr>
            </a:lvl1pPr>
            <a:lvl2pPr algn="l">
              <a:defRPr sz="1650" b="1" i="0">
                <a:solidFill>
                  <a:srgbClr val="FFFFFF"/>
                </a:solidFill>
              </a:defRPr>
            </a:lvl2pPr>
            <a:lvl3pPr algn="l">
              <a:defRPr sz="1650" b="1" i="0">
                <a:solidFill>
                  <a:srgbClr val="FFFFFF"/>
                </a:solidFill>
              </a:defRPr>
            </a:lvl3pPr>
            <a:lvl4pPr algn="l">
              <a:defRPr sz="1650" b="1" i="0">
                <a:solidFill>
                  <a:srgbClr val="FFFFFF"/>
                </a:solidFill>
              </a:defRPr>
            </a:lvl4pPr>
            <a:lvl5pPr algn="l">
              <a:defRPr sz="1650" b="1" i="0">
                <a:solidFill>
                  <a:srgbClr val="FFFFFF"/>
                </a:solidFill>
              </a:defRPr>
            </a:lvl5pPr>
            <a:lvl6pPr algn="l">
              <a:defRPr sz="1650" b="1" i="0">
                <a:solidFill>
                  <a:srgbClr val="FFFFFF"/>
                </a:solidFill>
              </a:defRPr>
            </a:lvl6pPr>
            <a:lvl7pPr algn="l">
              <a:defRPr sz="1650" b="1" i="0">
                <a:solidFill>
                  <a:srgbClr val="FFFFFF"/>
                </a:solidFill>
              </a:defRPr>
            </a:lvl7pPr>
            <a:lvl8pPr algn="l">
              <a:defRPr sz="1650" b="1" i="0">
                <a:solidFill>
                  <a:srgbClr val="FFFFFF"/>
                </a:solidFill>
              </a:defRPr>
            </a:lvl8pPr>
            <a:lvl9pPr algn="l">
              <a:defRPr sz="165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O estudante escolhe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96E417-C7A8-463B-97EB-15192548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381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 i="0">
                <a:solidFill>
                  <a:srgbClr val="C7D5E8"/>
                </a:solidFill>
              </a:defRPr>
            </a:defPPr>
            <a:lvl1pPr algn="l">
              <a:defRPr sz="1425" b="0" i="0">
                <a:solidFill>
                  <a:srgbClr val="C7D5E8"/>
                </a:solidFill>
              </a:defRPr>
            </a:lvl1pPr>
            <a:lvl2pPr algn="l">
              <a:defRPr sz="1425" b="0" i="0">
                <a:solidFill>
                  <a:srgbClr val="C7D5E8"/>
                </a:solidFill>
              </a:defRPr>
            </a:lvl2pPr>
            <a:lvl3pPr algn="l">
              <a:defRPr sz="1425" b="0" i="0">
                <a:solidFill>
                  <a:srgbClr val="C7D5E8"/>
                </a:solidFill>
              </a:defRPr>
            </a:lvl3pPr>
            <a:lvl4pPr algn="l">
              <a:defRPr sz="1425" b="0" i="0">
                <a:solidFill>
                  <a:srgbClr val="C7D5E8"/>
                </a:solidFill>
              </a:defRPr>
            </a:lvl4pPr>
            <a:lvl5pPr algn="l">
              <a:defRPr sz="1425" b="0" i="0">
                <a:solidFill>
                  <a:srgbClr val="C7D5E8"/>
                </a:solidFill>
              </a:defRPr>
            </a:lvl5pPr>
            <a:lvl6pPr algn="l">
              <a:defRPr sz="1425" b="0" i="0">
                <a:solidFill>
                  <a:srgbClr val="C7D5E8"/>
                </a:solidFill>
              </a:defRPr>
            </a:lvl6pPr>
            <a:lvl7pPr algn="l">
              <a:defRPr sz="1425" b="0" i="0">
                <a:solidFill>
                  <a:srgbClr val="C7D5E8"/>
                </a:solidFill>
              </a:defRPr>
            </a:lvl7pPr>
            <a:lvl8pPr algn="l">
              <a:defRPr sz="1425" b="0" i="0">
                <a:solidFill>
                  <a:srgbClr val="C7D5E8"/>
                </a:solidFill>
              </a:defRPr>
            </a:lvl8pPr>
            <a:lvl9pPr algn="l">
              <a:defRPr sz="1425" b="0" i="0">
                <a:solidFill>
                  <a:srgbClr val="C7D5E8"/>
                </a:solidFill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C7D5E8"/>
                </a:solidFill>
              </a:defRPr>
            </a:pPr>
            <a:r>
              <a:rPr sz="1425" b="0" i="0">
                <a:solidFill>
                  <a:srgbClr val="C7D5E8"/>
                </a:solidFill>
              </a:rPr>
              <a:t>• 15, 20, 30 ou 50 questões</a:t>
            </a:r>
          </a:p>
          <a:p xmlns:a="http://schemas.openxmlformats.org/drawingml/2006/main">
            <a:pPr algn="l">
              <a:defRPr sz="1425" b="0" i="0">
                <a:solidFill>
                  <a:srgbClr val="C7D5E8"/>
                </a:solidFill>
              </a:defRPr>
            </a:pPr>
            <a:r>
              <a:rPr sz="1425" b="0" i="0">
                <a:solidFill>
                  <a:srgbClr val="C7D5E8"/>
                </a:solidFill>
              </a:rPr>
              <a:t>• Uma, várias ou todas as matérias</a:t>
            </a:r>
          </a:p>
          <a:p xmlns:a="http://schemas.openxmlformats.org/drawingml/2006/main">
            <a:pPr algn="l">
              <a:defRPr sz="1425" b="0" i="0">
                <a:solidFill>
                  <a:srgbClr val="C7D5E8"/>
                </a:solidFill>
              </a:defRPr>
            </a:pPr>
            <a:r>
              <a:rPr sz="1425" b="0" i="0">
                <a:solidFill>
                  <a:srgbClr val="C7D5E8"/>
                </a:solidFill>
              </a:rPr>
              <a:t>• Conteúdo restrito à prova selecionada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EE2BF4-5D97-42BD-9490-7FFE5898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66A8FF"/>
                </a:solidFill>
              </a:defRPr>
            </a:defPPr>
            <a:lvl1pPr algn="l">
              <a:defRPr sz="1125" b="1" i="0">
                <a:solidFill>
                  <a:srgbClr val="66A8FF"/>
                </a:solidFill>
              </a:defRPr>
            </a:lvl1pPr>
            <a:lvl2pPr algn="l">
              <a:defRPr sz="1125" b="1" i="0">
                <a:solidFill>
                  <a:srgbClr val="66A8FF"/>
                </a:solidFill>
              </a:defRPr>
            </a:lvl2pPr>
            <a:lvl3pPr algn="l">
              <a:defRPr sz="1125" b="1" i="0">
                <a:solidFill>
                  <a:srgbClr val="66A8FF"/>
                </a:solidFill>
              </a:defRPr>
            </a:lvl3pPr>
            <a:lvl4pPr algn="l">
              <a:defRPr sz="1125" b="1" i="0">
                <a:solidFill>
                  <a:srgbClr val="66A8FF"/>
                </a:solidFill>
              </a:defRPr>
            </a:lvl4pPr>
            <a:lvl5pPr algn="l">
              <a:defRPr sz="1125" b="1" i="0">
                <a:solidFill>
                  <a:srgbClr val="66A8FF"/>
                </a:solidFill>
              </a:defRPr>
            </a:lvl5pPr>
            <a:lvl6pPr algn="l">
              <a:defRPr sz="1125" b="1" i="0">
                <a:solidFill>
                  <a:srgbClr val="66A8FF"/>
                </a:solidFill>
              </a:defRPr>
            </a:lvl6pPr>
            <a:lvl7pPr algn="l">
              <a:defRPr sz="1125" b="1" i="0">
                <a:solidFill>
                  <a:srgbClr val="66A8FF"/>
                </a:solidFill>
              </a:defRPr>
            </a:lvl7pPr>
            <a:lvl8pPr algn="l">
              <a:defRPr sz="1125" b="1" i="0">
                <a:solidFill>
                  <a:srgbClr val="66A8FF"/>
                </a:solidFill>
              </a:defRPr>
            </a:lvl8pPr>
            <a:lvl9pPr algn="l">
              <a:defRPr sz="1125" b="1" i="0">
                <a:solidFill>
                  <a:srgbClr val="66A8FF"/>
                </a:solidFill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66A8FF"/>
                </a:solidFill>
              </a:defRPr>
            </a:pPr>
            <a:r>
              <a:rPr sz="1125" b="1" i="0">
                <a:solidFill>
                  <a:srgbClr val="66A8FF"/>
                </a:solidFill>
              </a:rPr>
              <a:t>Resultado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8B3B8E-A712-49A4-874E-FB9FBD6F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3714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FFFFFF"/>
                </a:solidFill>
              </a:defRPr>
            </a:defPPr>
            <a:lvl1pPr algn="l">
              <a:defRPr sz="1725" b="1" i="0">
                <a:solidFill>
                  <a:srgbClr val="FFFFFF"/>
                </a:solidFill>
              </a:defRPr>
            </a:lvl1pPr>
            <a:lvl2pPr algn="l">
              <a:defRPr sz="1725" b="1" i="0">
                <a:solidFill>
                  <a:srgbClr val="FFFFFF"/>
                </a:solidFill>
              </a:defRPr>
            </a:lvl2pPr>
            <a:lvl3pPr algn="l">
              <a:defRPr sz="1725" b="1" i="0">
                <a:solidFill>
                  <a:srgbClr val="FFFFFF"/>
                </a:solidFill>
              </a:defRPr>
            </a:lvl3pPr>
            <a:lvl4pPr algn="l">
              <a:defRPr sz="1725" b="1" i="0">
                <a:solidFill>
                  <a:srgbClr val="FFFFFF"/>
                </a:solidFill>
              </a:defRPr>
            </a:lvl4pPr>
            <a:lvl5pPr algn="l">
              <a:defRPr sz="1725" b="1" i="0">
                <a:solidFill>
                  <a:srgbClr val="FFFFFF"/>
                </a:solidFill>
              </a:defRPr>
            </a:lvl5pPr>
            <a:lvl6pPr algn="l">
              <a:defRPr sz="1725" b="1" i="0">
                <a:solidFill>
                  <a:srgbClr val="FFFFFF"/>
                </a:solidFill>
              </a:defRPr>
            </a:lvl6pPr>
            <a:lvl7pPr algn="l">
              <a:defRPr sz="1725" b="1" i="0">
                <a:solidFill>
                  <a:srgbClr val="FFFFFF"/>
                </a:solidFill>
              </a:defRPr>
            </a:lvl7pPr>
            <a:lvl8pPr algn="l">
              <a:defRPr sz="1725" b="1" i="0">
                <a:solidFill>
                  <a:srgbClr val="FFFFFF"/>
                </a:solidFill>
              </a:defRPr>
            </a:lvl8pPr>
            <a:lvl9pPr algn="l">
              <a:defRPr sz="1725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O sistema identifica dificuldades sem presumir conhecimento e cria a base do plano adaptativo.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0C1273-A43F-4EB5-B2D9-23C88D73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F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D2F90B-0F6D-4140-881F-69E30C27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8BA0BC"/>
                </a:solidFill>
              </a:defRPr>
            </a:defPPr>
            <a:lvl1pPr algn="l">
              <a:defRPr sz="750" b="0" i="0">
                <a:solidFill>
                  <a:srgbClr val="8BA0BC"/>
                </a:solidFill>
              </a:defRPr>
            </a:lvl1pPr>
            <a:lvl2pPr algn="l">
              <a:defRPr sz="750" b="0" i="0">
                <a:solidFill>
                  <a:srgbClr val="8BA0BC"/>
                </a:solidFill>
              </a:defRPr>
            </a:lvl2pPr>
            <a:lvl3pPr algn="l">
              <a:defRPr sz="750" b="0" i="0">
                <a:solidFill>
                  <a:srgbClr val="8BA0BC"/>
                </a:solidFill>
              </a:defRPr>
            </a:lvl3pPr>
            <a:lvl4pPr algn="l">
              <a:defRPr sz="750" b="0" i="0">
                <a:solidFill>
                  <a:srgbClr val="8BA0BC"/>
                </a:solidFill>
              </a:defRPr>
            </a:lvl4pPr>
            <a:lvl5pPr algn="l">
              <a:defRPr sz="750" b="0" i="0">
                <a:solidFill>
                  <a:srgbClr val="8BA0BC"/>
                </a:solidFill>
              </a:defRPr>
            </a:lvl5pPr>
            <a:lvl6pPr algn="l">
              <a:defRPr sz="750" b="0" i="0">
                <a:solidFill>
                  <a:srgbClr val="8BA0BC"/>
                </a:solidFill>
              </a:defRPr>
            </a:lvl6pPr>
            <a:lvl7pPr algn="l">
              <a:defRPr sz="750" b="0" i="0">
                <a:solidFill>
                  <a:srgbClr val="8BA0BC"/>
                </a:solidFill>
              </a:defRPr>
            </a:lvl7pPr>
            <a:lvl8pPr algn="l">
              <a:defRPr sz="750" b="0" i="0">
                <a:solidFill>
                  <a:srgbClr val="8BA0BC"/>
                </a:solidFill>
              </a:defRPr>
            </a:lvl8pPr>
            <a:lvl9pPr algn="l">
              <a:defRPr sz="750" b="0" i="0">
                <a:solidFill>
                  <a:srgbClr val="8BA0BC"/>
                </a:solidFill>
              </a:defRPr>
            </a:lvl9pPr>
          </a:lstStyle>
          <a:p xmlns:a="http://schemas.openxmlformats.org/drawingml/2006/main">
            <a:pPr algn="l">
              <a:defRPr sz="750" b="0" i="0">
                <a:solidFill>
                  <a:srgbClr val="8BA0BC"/>
                </a:solidFill>
              </a:defRPr>
            </a:pPr>
            <a:r>
              <a:rPr sz="750" b="0" i="0">
                <a:solidFill>
                  <a:srgbClr val="8BA0BC"/>
                </a:solidFill>
              </a:rPr>
              <a:t>Caso de uso demonstrado de ponta a ponta</a:t>
            </a:r>
          </a:p>
        </p:txBody>
      </p:sp>
    </p:spTree>
    <p:extLst>
      <p:ext uri="{BB962C8B-B14F-4D97-AF65-F5344CB8AC3E}">
        <p14:creationId xmlns:p14="http://schemas.microsoft.com/office/powerpoint/2010/main" val="12379235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480888-C0F4-4082-A467-996FE040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2176E8"/>
                </a:solidFill>
              </a:defRPr>
            </a:defPPr>
            <a:lvl1pPr algn="l">
              <a:defRPr sz="975" b="1" i="0">
                <a:solidFill>
                  <a:srgbClr val="2176E8"/>
                </a:solidFill>
              </a:defRPr>
            </a:lvl1pPr>
            <a:lvl2pPr algn="l">
              <a:defRPr sz="975" b="1" i="0">
                <a:solidFill>
                  <a:srgbClr val="2176E8"/>
                </a:solidFill>
              </a:defRPr>
            </a:lvl2pPr>
            <a:lvl3pPr algn="l">
              <a:defRPr sz="975" b="1" i="0">
                <a:solidFill>
                  <a:srgbClr val="2176E8"/>
                </a:solidFill>
              </a:defRPr>
            </a:lvl3pPr>
            <a:lvl4pPr algn="l">
              <a:defRPr sz="975" b="1" i="0">
                <a:solidFill>
                  <a:srgbClr val="2176E8"/>
                </a:solidFill>
              </a:defRPr>
            </a:lvl4pPr>
            <a:lvl5pPr algn="l">
              <a:defRPr sz="975" b="1" i="0">
                <a:solidFill>
                  <a:srgbClr val="2176E8"/>
                </a:solidFill>
              </a:defRPr>
            </a:lvl5pPr>
            <a:lvl6pPr algn="l">
              <a:defRPr sz="975" b="1" i="0">
                <a:solidFill>
                  <a:srgbClr val="2176E8"/>
                </a:solidFill>
              </a:defRPr>
            </a:lvl6pPr>
            <a:lvl7pPr algn="l">
              <a:defRPr sz="975" b="1" i="0">
                <a:solidFill>
                  <a:srgbClr val="2176E8"/>
                </a:solidFill>
              </a:defRPr>
            </a:lvl7pPr>
            <a:lvl8pPr algn="l">
              <a:defRPr sz="975" b="1" i="0">
                <a:solidFill>
                  <a:srgbClr val="2176E8"/>
                </a:solidFill>
              </a:defRPr>
            </a:lvl8pPr>
            <a:lvl9pPr algn="l">
              <a:defRPr sz="975" b="1" i="0">
                <a:solidFill>
                  <a:srgbClr val="2176E8"/>
                </a:solidFill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2176E8"/>
                </a:solidFill>
              </a:defRPr>
            </a:pPr>
            <a:r>
              <a:rPr sz="975" b="1" i="0">
                <a:solidFill>
                  <a:srgbClr val="2176E8"/>
                </a:solidFill>
              </a:rPr>
              <a:t>PLANEJAMENTO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75C11-61B2-4830-BD3C-DC8B2AC1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 i="0">
                <a:solidFill>
                  <a:srgbClr val="0B172A"/>
                </a:solidFill>
              </a:defRPr>
            </a:defPPr>
            <a:lvl1pPr algn="l">
              <a:defRPr sz="2550" b="1" i="0">
                <a:solidFill>
                  <a:srgbClr val="0B172A"/>
                </a:solidFill>
              </a:defRPr>
            </a:lvl1pPr>
            <a:lvl2pPr algn="l">
              <a:defRPr sz="2550" b="1" i="0">
                <a:solidFill>
                  <a:srgbClr val="0B172A"/>
                </a:solidFill>
              </a:defRPr>
            </a:lvl2pPr>
            <a:lvl3pPr algn="l">
              <a:defRPr sz="2550" b="1" i="0">
                <a:solidFill>
                  <a:srgbClr val="0B172A"/>
                </a:solidFill>
              </a:defRPr>
            </a:lvl3pPr>
            <a:lvl4pPr algn="l">
              <a:defRPr sz="2550" b="1" i="0">
                <a:solidFill>
                  <a:srgbClr val="0B172A"/>
                </a:solidFill>
              </a:defRPr>
            </a:lvl4pPr>
            <a:lvl5pPr algn="l">
              <a:defRPr sz="2550" b="1" i="0">
                <a:solidFill>
                  <a:srgbClr val="0B172A"/>
                </a:solidFill>
              </a:defRPr>
            </a:lvl5pPr>
            <a:lvl6pPr algn="l">
              <a:defRPr sz="2550" b="1" i="0">
                <a:solidFill>
                  <a:srgbClr val="0B172A"/>
                </a:solidFill>
              </a:defRPr>
            </a:lvl6pPr>
            <a:lvl7pPr algn="l">
              <a:defRPr sz="2550" b="1" i="0">
                <a:solidFill>
                  <a:srgbClr val="0B172A"/>
                </a:solidFill>
              </a:defRPr>
            </a:lvl7pPr>
            <a:lvl8pPr algn="l">
              <a:defRPr sz="2550" b="1" i="0">
                <a:solidFill>
                  <a:srgbClr val="0B172A"/>
                </a:solidFill>
              </a:defRPr>
            </a:lvl8pPr>
            <a:lvl9pPr algn="l">
              <a:defRPr sz="2550" b="1" i="0">
                <a:solidFill>
                  <a:srgbClr val="0B172A"/>
                </a:solidFill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0B172A"/>
                </a:solidFill>
              </a:defRPr>
            </a:pPr>
            <a:r>
              <a:rPr sz="2550" b="1" i="0">
                <a:solidFill>
                  <a:srgbClr val="0B172A"/>
                </a:solidFill>
              </a:rPr>
              <a:t>Caso de uso 2  |  Plano de estudos adaptativo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8F1C70-6DF2-47E6-A954-8F16AEC4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75" b="1" i="0">
                <a:solidFill>
                  <a:srgbClr val="94A3B8"/>
                </a:solidFill>
              </a:defRPr>
            </a:defPPr>
            <a:lvl1pPr algn="r">
              <a:defRPr sz="975" b="1" i="0">
                <a:solidFill>
                  <a:srgbClr val="94A3B8"/>
                </a:solidFill>
              </a:defRPr>
            </a:lvl1pPr>
            <a:lvl2pPr algn="r">
              <a:defRPr sz="975" b="1" i="0">
                <a:solidFill>
                  <a:srgbClr val="94A3B8"/>
                </a:solidFill>
              </a:defRPr>
            </a:lvl2pPr>
            <a:lvl3pPr algn="r">
              <a:defRPr sz="975" b="1" i="0">
                <a:solidFill>
                  <a:srgbClr val="94A3B8"/>
                </a:solidFill>
              </a:defRPr>
            </a:lvl3pPr>
            <a:lvl4pPr algn="r">
              <a:defRPr sz="975" b="1" i="0">
                <a:solidFill>
                  <a:srgbClr val="94A3B8"/>
                </a:solidFill>
              </a:defRPr>
            </a:lvl4pPr>
            <a:lvl5pPr algn="r">
              <a:defRPr sz="975" b="1" i="0">
                <a:solidFill>
                  <a:srgbClr val="94A3B8"/>
                </a:solidFill>
              </a:defRPr>
            </a:lvl5pPr>
            <a:lvl6pPr algn="r">
              <a:defRPr sz="975" b="1" i="0">
                <a:solidFill>
                  <a:srgbClr val="94A3B8"/>
                </a:solidFill>
              </a:defRPr>
            </a:lvl6pPr>
            <a:lvl7pPr algn="r">
              <a:defRPr sz="975" b="1" i="0">
                <a:solidFill>
                  <a:srgbClr val="94A3B8"/>
                </a:solidFill>
              </a:defRPr>
            </a:lvl7pPr>
            <a:lvl8pPr algn="r">
              <a:defRPr sz="975" b="1" i="0">
                <a:solidFill>
                  <a:srgbClr val="94A3B8"/>
                </a:solidFill>
              </a:defRPr>
            </a:lvl8pPr>
            <a:lvl9pPr algn="r">
              <a:defRPr sz="975" b="1" i="0">
                <a:solidFill>
                  <a:srgbClr val="94A3B8"/>
                </a:solidFill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94A3B8"/>
                </a:solidFill>
              </a:defRPr>
            </a:pPr>
            <a:r>
              <a:rPr sz="975" b="1" i="0">
                <a:solidFill>
                  <a:srgbClr val="94A3B8"/>
                </a:solidFill>
              </a:rPr>
              <a:t>05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7C37D2-95C4-4842-B4E0-347E36BFB0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7016a899e143c7"/>
          <a:stretch xmlns:a="http://schemas.openxmlformats.org/drawingml/2006/main"/>
        </p:blipFill>
        <p:spPr>
          <a:xfrm xmlns:a="http://schemas.openxmlformats.org/drawingml/2006/main">
            <a:off x="690081" y="1676400"/>
            <a:ext cx="7039938" cy="3962400"/>
          </a:xfrm>
          <a:prstGeom xmlns:a="http://schemas.openxmlformats.org/drawingml/2006/main" prst="roundRect">
            <a:avLst>
              <a:gd name="adj" fmla="val 288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D120F2-B372-4EE4-A0DF-12CC74D6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1450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 i="0">
                <a:solidFill>
                  <a:srgbClr val="0B172A"/>
                </a:solidFill>
              </a:defRPr>
            </a:defPPr>
            <a:lvl1pPr algn="l">
              <a:defRPr sz="2025" b="1" i="0">
                <a:solidFill>
                  <a:srgbClr val="0B172A"/>
                </a:solidFill>
              </a:defRPr>
            </a:lvl1pPr>
            <a:lvl2pPr algn="l">
              <a:defRPr sz="2025" b="1" i="0">
                <a:solidFill>
                  <a:srgbClr val="0B172A"/>
                </a:solidFill>
              </a:defRPr>
            </a:lvl2pPr>
            <a:lvl3pPr algn="l">
              <a:defRPr sz="2025" b="1" i="0">
                <a:solidFill>
                  <a:srgbClr val="0B172A"/>
                </a:solidFill>
              </a:defRPr>
            </a:lvl3pPr>
            <a:lvl4pPr algn="l">
              <a:defRPr sz="2025" b="1" i="0">
                <a:solidFill>
                  <a:srgbClr val="0B172A"/>
                </a:solidFill>
              </a:defRPr>
            </a:lvl4pPr>
            <a:lvl5pPr algn="l">
              <a:defRPr sz="2025" b="1" i="0">
                <a:solidFill>
                  <a:srgbClr val="0B172A"/>
                </a:solidFill>
              </a:defRPr>
            </a:lvl5pPr>
            <a:lvl6pPr algn="l">
              <a:defRPr sz="2025" b="1" i="0">
                <a:solidFill>
                  <a:srgbClr val="0B172A"/>
                </a:solidFill>
              </a:defRPr>
            </a:lvl6pPr>
            <a:lvl7pPr algn="l">
              <a:defRPr sz="2025" b="1" i="0">
                <a:solidFill>
                  <a:srgbClr val="0B172A"/>
                </a:solidFill>
              </a:defRPr>
            </a:lvl7pPr>
            <a:lvl8pPr algn="l">
              <a:defRPr sz="2025" b="1" i="0">
                <a:solidFill>
                  <a:srgbClr val="0B172A"/>
                </a:solidFill>
              </a:defRPr>
            </a:lvl8pPr>
            <a:lvl9pPr algn="l">
              <a:defRPr sz="2025" b="1" i="0">
                <a:solidFill>
                  <a:srgbClr val="0B172A"/>
                </a:solidFill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0B172A"/>
                </a:solidFill>
              </a:defRPr>
            </a:pPr>
            <a:r>
              <a:rPr sz="2025" b="1" i="0">
                <a:solidFill>
                  <a:srgbClr val="0B172A"/>
                </a:solidFill>
              </a:rPr>
              <a:t>Cada sessão nasce de evidências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796C55-0B3B-4AEA-B27D-3315594F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47950"/>
            <a:ext cx="32766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 i="0">
                <a:solidFill>
                  <a:srgbClr val="64748B"/>
                </a:solidFill>
              </a:defRPr>
            </a:defPPr>
            <a:lvl1pPr algn="l">
              <a:defRPr sz="1425" b="0" i="0">
                <a:solidFill>
                  <a:srgbClr val="64748B"/>
                </a:solidFill>
              </a:defRPr>
            </a:lvl1pPr>
            <a:lvl2pPr algn="l">
              <a:defRPr sz="1425" b="0" i="0">
                <a:solidFill>
                  <a:srgbClr val="64748B"/>
                </a:solidFill>
              </a:defRPr>
            </a:lvl2pPr>
            <a:lvl3pPr algn="l">
              <a:defRPr sz="1425" b="0" i="0">
                <a:solidFill>
                  <a:srgbClr val="64748B"/>
                </a:solidFill>
              </a:defRPr>
            </a:lvl3pPr>
            <a:lvl4pPr algn="l">
              <a:defRPr sz="1425" b="0" i="0">
                <a:solidFill>
                  <a:srgbClr val="64748B"/>
                </a:solidFill>
              </a:defRPr>
            </a:lvl4pPr>
            <a:lvl5pPr algn="l">
              <a:defRPr sz="1425" b="0" i="0">
                <a:solidFill>
                  <a:srgbClr val="64748B"/>
                </a:solidFill>
              </a:defRPr>
            </a:lvl5pPr>
            <a:lvl6pPr algn="l">
              <a:defRPr sz="1425" b="0" i="0">
                <a:solidFill>
                  <a:srgbClr val="64748B"/>
                </a:solidFill>
              </a:defRPr>
            </a:lvl6pPr>
            <a:lvl7pPr algn="l">
              <a:defRPr sz="1425" b="0" i="0">
                <a:solidFill>
                  <a:srgbClr val="64748B"/>
                </a:solidFill>
              </a:defRPr>
            </a:lvl7pPr>
            <a:lvl8pPr algn="l">
              <a:defRPr sz="1425" b="0" i="0">
                <a:solidFill>
                  <a:srgbClr val="64748B"/>
                </a:solidFill>
              </a:defRPr>
            </a:lvl8pPr>
            <a:lvl9pPr algn="l">
              <a:defRPr sz="1425" b="0" i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64748B"/>
                </a:solidFill>
              </a:defRPr>
            </a:pPr>
            <a:r>
              <a:rPr sz="1425" b="0" i="0">
                <a:solidFill>
                  <a:srgbClr val="64748B"/>
                </a:solidFill>
              </a:rPr>
              <a:t>O plano combina lacuna, importância curricular, evidência disponível, proximidade da prova e revisão.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46887F-7722-41FA-BA48-0122698C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0050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540DA6-97AE-4B2B-8EBA-95EF9951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672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 i="0">
                <a:solidFill>
                  <a:srgbClr val="2176E8"/>
                </a:solidFill>
              </a:defRPr>
            </a:defPPr>
            <a:lvl1pPr algn="l">
              <a:defRPr sz="1050" b="1" i="0">
                <a:solidFill>
                  <a:srgbClr val="2176E8"/>
                </a:solidFill>
              </a:defRPr>
            </a:lvl1pPr>
            <a:lvl2pPr algn="l">
              <a:defRPr sz="1050" b="1" i="0">
                <a:solidFill>
                  <a:srgbClr val="2176E8"/>
                </a:solidFill>
              </a:defRPr>
            </a:lvl2pPr>
            <a:lvl3pPr algn="l">
              <a:defRPr sz="1050" b="1" i="0">
                <a:solidFill>
                  <a:srgbClr val="2176E8"/>
                </a:solidFill>
              </a:defRPr>
            </a:lvl3pPr>
            <a:lvl4pPr algn="l">
              <a:defRPr sz="1050" b="1" i="0">
                <a:solidFill>
                  <a:srgbClr val="2176E8"/>
                </a:solidFill>
              </a:defRPr>
            </a:lvl4pPr>
            <a:lvl5pPr algn="l">
              <a:defRPr sz="1050" b="1" i="0">
                <a:solidFill>
                  <a:srgbClr val="2176E8"/>
                </a:solidFill>
              </a:defRPr>
            </a:lvl5pPr>
            <a:lvl6pPr algn="l">
              <a:defRPr sz="1050" b="1" i="0">
                <a:solidFill>
                  <a:srgbClr val="2176E8"/>
                </a:solidFill>
              </a:defRPr>
            </a:lvl6pPr>
            <a:lvl7pPr algn="l">
              <a:defRPr sz="1050" b="1" i="0">
                <a:solidFill>
                  <a:srgbClr val="2176E8"/>
                </a:solidFill>
              </a:defRPr>
            </a:lvl7pPr>
            <a:lvl8pPr algn="l">
              <a:defRPr sz="1050" b="1" i="0">
                <a:solidFill>
                  <a:srgbClr val="2176E8"/>
                </a:solidFill>
              </a:defRPr>
            </a:lvl8pPr>
            <a:lvl9pPr algn="l">
              <a:defRPr sz="1050" b="1" i="0">
                <a:solidFill>
                  <a:srgbClr val="2176E8"/>
                </a:solidFill>
              </a:defRPr>
            </a:lvl9pPr>
          </a:lstStyle>
          <a:p xmlns:a="http://schemas.openxmlformats.org/drawingml/2006/main">
            <a:pPr algn="l">
              <a:defRPr sz="1050" b="1" i="0">
                <a:solidFill>
                  <a:srgbClr val="2176E8"/>
                </a:solidFill>
              </a:defRPr>
            </a:pPr>
            <a:r>
              <a:rPr sz="1050" b="1" i="0">
                <a:solidFill>
                  <a:srgbClr val="2176E8"/>
                </a:solidFill>
              </a:rPr>
              <a:t>Regra de integridade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6412F3-591C-45C3-8D99-FA90C8F8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61010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72033"/>
                </a:solidFill>
              </a:defRPr>
            </a:defPPr>
            <a:lvl1pPr algn="l">
              <a:defRPr sz="1500" b="1" i="0">
                <a:solidFill>
                  <a:srgbClr val="172033"/>
                </a:solidFill>
              </a:defRPr>
            </a:lvl1pPr>
            <a:lvl2pPr algn="l">
              <a:defRPr sz="1500" b="1" i="0">
                <a:solidFill>
                  <a:srgbClr val="172033"/>
                </a:solidFill>
              </a:defRPr>
            </a:lvl2pPr>
            <a:lvl3pPr algn="l">
              <a:defRPr sz="1500" b="1" i="0">
                <a:solidFill>
                  <a:srgbClr val="172033"/>
                </a:solidFill>
              </a:defRPr>
            </a:lvl3pPr>
            <a:lvl4pPr algn="l">
              <a:defRPr sz="1500" b="1" i="0">
                <a:solidFill>
                  <a:srgbClr val="172033"/>
                </a:solidFill>
              </a:defRPr>
            </a:lvl4pPr>
            <a:lvl5pPr algn="l">
              <a:defRPr sz="1500" b="1" i="0">
                <a:solidFill>
                  <a:srgbClr val="172033"/>
                </a:solidFill>
              </a:defRPr>
            </a:lvl5pPr>
            <a:lvl6pPr algn="l">
              <a:defRPr sz="1500" b="1" i="0">
                <a:solidFill>
                  <a:srgbClr val="172033"/>
                </a:solidFill>
              </a:defRPr>
            </a:lvl6pPr>
            <a:lvl7pPr algn="l">
              <a:defRPr sz="1500" b="1" i="0">
                <a:solidFill>
                  <a:srgbClr val="172033"/>
                </a:solidFill>
              </a:defRPr>
            </a:lvl7pPr>
            <a:lvl8pPr algn="l">
              <a:defRPr sz="1500" b="1" i="0">
                <a:solidFill>
                  <a:srgbClr val="172033"/>
                </a:solidFill>
              </a:defRPr>
            </a:lvl8pPr>
            <a:lvl9pPr algn="l">
              <a:defRPr sz="1500" b="1" i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172033"/>
                </a:solidFill>
              </a:defRPr>
            </a:pPr>
            <a:r>
              <a:rPr sz="1500" b="1" i="0">
                <a:solidFill>
                  <a:srgbClr val="172033"/>
                </a:solidFill>
              </a:rPr>
              <a:t>Uma sessão só termina quando a atividade vinculada é entregue.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832678-4DE7-4D67-910A-C6456996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5435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64748B"/>
                </a:solidFill>
              </a:defRPr>
            </a:defPPr>
            <a:lvl1pPr algn="l">
              <a:defRPr sz="1200" b="0" i="0">
                <a:solidFill>
                  <a:srgbClr val="64748B"/>
                </a:solidFill>
              </a:defRPr>
            </a:lvl1pPr>
            <a:lvl2pPr algn="l">
              <a:defRPr sz="1200" b="0" i="0">
                <a:solidFill>
                  <a:srgbClr val="64748B"/>
                </a:solidFill>
              </a:defRPr>
            </a:lvl2pPr>
            <a:lvl3pPr algn="l">
              <a:defRPr sz="1200" b="0" i="0">
                <a:solidFill>
                  <a:srgbClr val="64748B"/>
                </a:solidFill>
              </a:defRPr>
            </a:lvl3pPr>
            <a:lvl4pPr algn="l">
              <a:defRPr sz="1200" b="0" i="0">
                <a:solidFill>
                  <a:srgbClr val="64748B"/>
                </a:solidFill>
              </a:defRPr>
            </a:lvl4pPr>
            <a:lvl5pPr algn="l">
              <a:defRPr sz="1200" b="0" i="0">
                <a:solidFill>
                  <a:srgbClr val="64748B"/>
                </a:solidFill>
              </a:defRPr>
            </a:lvl5pPr>
            <a:lvl6pPr algn="l">
              <a:defRPr sz="1200" b="0" i="0">
                <a:solidFill>
                  <a:srgbClr val="64748B"/>
                </a:solidFill>
              </a:defRPr>
            </a:lvl6pPr>
            <a:lvl7pPr algn="l">
              <a:defRPr sz="1200" b="0" i="0">
                <a:solidFill>
                  <a:srgbClr val="64748B"/>
                </a:solidFill>
              </a:defRPr>
            </a:lvl7pPr>
            <a:lvl8pPr algn="l">
              <a:defRPr sz="1200" b="0" i="0">
                <a:solidFill>
                  <a:srgbClr val="64748B"/>
                </a:solidFill>
              </a:defRPr>
            </a:lvl8pPr>
            <a:lvl9pPr algn="l">
              <a:defRPr sz="1200" b="0" i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Replanejamento disponível sem apagar o histórico.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3A84D9-66CD-4310-80A1-D69F61A2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B388EB-8010-43F0-9F3E-4D88C81D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94A3B8"/>
                </a:solidFill>
              </a:defRPr>
            </a:defPPr>
            <a:lvl1pPr algn="l">
              <a:defRPr sz="750" b="0" i="0">
                <a:solidFill>
                  <a:srgbClr val="94A3B8"/>
                </a:solidFill>
              </a:defRPr>
            </a:lvl1pPr>
            <a:lvl2pPr algn="l">
              <a:defRPr sz="750" b="0" i="0">
                <a:solidFill>
                  <a:srgbClr val="94A3B8"/>
                </a:solidFill>
              </a:defRPr>
            </a:lvl2pPr>
            <a:lvl3pPr algn="l">
              <a:defRPr sz="750" b="0" i="0">
                <a:solidFill>
                  <a:srgbClr val="94A3B8"/>
                </a:solidFill>
              </a:defRPr>
            </a:lvl3pPr>
            <a:lvl4pPr algn="l">
              <a:defRPr sz="750" b="0" i="0">
                <a:solidFill>
                  <a:srgbClr val="94A3B8"/>
                </a:solidFill>
              </a:defRPr>
            </a:lvl4pPr>
            <a:lvl5pPr algn="l">
              <a:defRPr sz="750" b="0" i="0">
                <a:solidFill>
                  <a:srgbClr val="94A3B8"/>
                </a:solidFill>
              </a:defRPr>
            </a:lvl5pPr>
            <a:lvl6pPr algn="l">
              <a:defRPr sz="750" b="0" i="0">
                <a:solidFill>
                  <a:srgbClr val="94A3B8"/>
                </a:solidFill>
              </a:defRPr>
            </a:lvl6pPr>
            <a:lvl7pPr algn="l">
              <a:defRPr sz="750" b="0" i="0">
                <a:solidFill>
                  <a:srgbClr val="94A3B8"/>
                </a:solidFill>
              </a:defRPr>
            </a:lvl7pPr>
            <a:lvl8pPr algn="l">
              <a:defRPr sz="750" b="0" i="0">
                <a:solidFill>
                  <a:srgbClr val="94A3B8"/>
                </a:solidFill>
              </a:defRPr>
            </a:lvl8pPr>
            <a:lvl9pPr algn="l">
              <a:defRPr sz="750" b="0" i="0">
                <a:solidFill>
                  <a:srgbClr val="94A3B8"/>
                </a:solidFill>
              </a:defRPr>
            </a:lvl9pPr>
          </a:lstStyle>
          <a:p xmlns:a="http://schemas.openxmlformats.org/drawingml/2006/main">
            <a:pPr algn="l">
              <a:defRPr sz="750" b="0" i="0">
                <a:solidFill>
                  <a:srgbClr val="94A3B8"/>
                </a:solidFill>
              </a:defRPr>
            </a:pPr>
            <a:r>
              <a:rPr sz="750" b="0" i="0">
                <a:solidFill>
                  <a:srgbClr val="94A3B8"/>
                </a:solidFill>
              </a:rPr>
              <a:t>Projeto de Software  |  2026</a:t>
            </a:r>
          </a:p>
        </p:txBody>
      </p:sp>
    </p:spTree>
    <p:extLst>
      <p:ext uri="{BB962C8B-B14F-4D97-AF65-F5344CB8AC3E}">
        <p14:creationId xmlns:p14="http://schemas.microsoft.com/office/powerpoint/2010/main" val="6056638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660FF-A001-45AB-B4C7-F3AF0621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2176E8"/>
                </a:solidFill>
              </a:defRPr>
            </a:defPPr>
            <a:lvl1pPr algn="l">
              <a:defRPr sz="975" b="1" i="0">
                <a:solidFill>
                  <a:srgbClr val="2176E8"/>
                </a:solidFill>
              </a:defRPr>
            </a:lvl1pPr>
            <a:lvl2pPr algn="l">
              <a:defRPr sz="975" b="1" i="0">
                <a:solidFill>
                  <a:srgbClr val="2176E8"/>
                </a:solidFill>
              </a:defRPr>
            </a:lvl2pPr>
            <a:lvl3pPr algn="l">
              <a:defRPr sz="975" b="1" i="0">
                <a:solidFill>
                  <a:srgbClr val="2176E8"/>
                </a:solidFill>
              </a:defRPr>
            </a:lvl3pPr>
            <a:lvl4pPr algn="l">
              <a:defRPr sz="975" b="1" i="0">
                <a:solidFill>
                  <a:srgbClr val="2176E8"/>
                </a:solidFill>
              </a:defRPr>
            </a:lvl4pPr>
            <a:lvl5pPr algn="l">
              <a:defRPr sz="975" b="1" i="0">
                <a:solidFill>
                  <a:srgbClr val="2176E8"/>
                </a:solidFill>
              </a:defRPr>
            </a:lvl5pPr>
            <a:lvl6pPr algn="l">
              <a:defRPr sz="975" b="1" i="0">
                <a:solidFill>
                  <a:srgbClr val="2176E8"/>
                </a:solidFill>
              </a:defRPr>
            </a:lvl6pPr>
            <a:lvl7pPr algn="l">
              <a:defRPr sz="975" b="1" i="0">
                <a:solidFill>
                  <a:srgbClr val="2176E8"/>
                </a:solidFill>
              </a:defRPr>
            </a:lvl7pPr>
            <a:lvl8pPr algn="l">
              <a:defRPr sz="975" b="1" i="0">
                <a:solidFill>
                  <a:srgbClr val="2176E8"/>
                </a:solidFill>
              </a:defRPr>
            </a:lvl8pPr>
            <a:lvl9pPr algn="l">
              <a:defRPr sz="975" b="1" i="0">
                <a:solidFill>
                  <a:srgbClr val="2176E8"/>
                </a:solidFill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2176E8"/>
                </a:solidFill>
              </a:defRPr>
            </a:pPr>
            <a:r>
              <a:rPr sz="975" b="1" i="0">
                <a:solidFill>
                  <a:srgbClr val="2176E8"/>
                </a:solidFill>
              </a:rPr>
              <a:t>CASOS DE USO 3 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D91C2-FF6C-458A-9C7D-CE23B54A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 i="0">
                <a:solidFill>
                  <a:srgbClr val="0B172A"/>
                </a:solidFill>
              </a:defRPr>
            </a:defPPr>
            <a:lvl1pPr algn="l">
              <a:defRPr sz="2550" b="1" i="0">
                <a:solidFill>
                  <a:srgbClr val="0B172A"/>
                </a:solidFill>
              </a:defRPr>
            </a:lvl1pPr>
            <a:lvl2pPr algn="l">
              <a:defRPr sz="2550" b="1" i="0">
                <a:solidFill>
                  <a:srgbClr val="0B172A"/>
                </a:solidFill>
              </a:defRPr>
            </a:lvl2pPr>
            <a:lvl3pPr algn="l">
              <a:defRPr sz="2550" b="1" i="0">
                <a:solidFill>
                  <a:srgbClr val="0B172A"/>
                </a:solidFill>
              </a:defRPr>
            </a:lvl3pPr>
            <a:lvl4pPr algn="l">
              <a:defRPr sz="2550" b="1" i="0">
                <a:solidFill>
                  <a:srgbClr val="0B172A"/>
                </a:solidFill>
              </a:defRPr>
            </a:lvl4pPr>
            <a:lvl5pPr algn="l">
              <a:defRPr sz="2550" b="1" i="0">
                <a:solidFill>
                  <a:srgbClr val="0B172A"/>
                </a:solidFill>
              </a:defRPr>
            </a:lvl5pPr>
            <a:lvl6pPr algn="l">
              <a:defRPr sz="2550" b="1" i="0">
                <a:solidFill>
                  <a:srgbClr val="0B172A"/>
                </a:solidFill>
              </a:defRPr>
            </a:lvl6pPr>
            <a:lvl7pPr algn="l">
              <a:defRPr sz="2550" b="1" i="0">
                <a:solidFill>
                  <a:srgbClr val="0B172A"/>
                </a:solidFill>
              </a:defRPr>
            </a:lvl7pPr>
            <a:lvl8pPr algn="l">
              <a:defRPr sz="2550" b="1" i="0">
                <a:solidFill>
                  <a:srgbClr val="0B172A"/>
                </a:solidFill>
              </a:defRPr>
            </a:lvl8pPr>
            <a:lvl9pPr algn="l">
              <a:defRPr sz="2550" b="1" i="0">
                <a:solidFill>
                  <a:srgbClr val="0B172A"/>
                </a:solidFill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0B172A"/>
                </a:solidFill>
              </a:defRPr>
            </a:pPr>
            <a:r>
              <a:rPr sz="2550" b="1" i="0">
                <a:solidFill>
                  <a:srgbClr val="0B172A"/>
                </a:solidFill>
              </a:rPr>
              <a:t>Treino direcionado e evolução mensurável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CC1F8-33DF-4FBC-B1E4-6B9B0A03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75" b="1" i="0">
                <a:solidFill>
                  <a:srgbClr val="94A3B8"/>
                </a:solidFill>
              </a:defRPr>
            </a:defPPr>
            <a:lvl1pPr algn="r">
              <a:defRPr sz="975" b="1" i="0">
                <a:solidFill>
                  <a:srgbClr val="94A3B8"/>
                </a:solidFill>
              </a:defRPr>
            </a:lvl1pPr>
            <a:lvl2pPr algn="r">
              <a:defRPr sz="975" b="1" i="0">
                <a:solidFill>
                  <a:srgbClr val="94A3B8"/>
                </a:solidFill>
              </a:defRPr>
            </a:lvl2pPr>
            <a:lvl3pPr algn="r">
              <a:defRPr sz="975" b="1" i="0">
                <a:solidFill>
                  <a:srgbClr val="94A3B8"/>
                </a:solidFill>
              </a:defRPr>
            </a:lvl3pPr>
            <a:lvl4pPr algn="r">
              <a:defRPr sz="975" b="1" i="0">
                <a:solidFill>
                  <a:srgbClr val="94A3B8"/>
                </a:solidFill>
              </a:defRPr>
            </a:lvl4pPr>
            <a:lvl5pPr algn="r">
              <a:defRPr sz="975" b="1" i="0">
                <a:solidFill>
                  <a:srgbClr val="94A3B8"/>
                </a:solidFill>
              </a:defRPr>
            </a:lvl5pPr>
            <a:lvl6pPr algn="r">
              <a:defRPr sz="975" b="1" i="0">
                <a:solidFill>
                  <a:srgbClr val="94A3B8"/>
                </a:solidFill>
              </a:defRPr>
            </a:lvl6pPr>
            <a:lvl7pPr algn="r">
              <a:defRPr sz="975" b="1" i="0">
                <a:solidFill>
                  <a:srgbClr val="94A3B8"/>
                </a:solidFill>
              </a:defRPr>
            </a:lvl7pPr>
            <a:lvl8pPr algn="r">
              <a:defRPr sz="975" b="1" i="0">
                <a:solidFill>
                  <a:srgbClr val="94A3B8"/>
                </a:solidFill>
              </a:defRPr>
            </a:lvl8pPr>
            <a:lvl9pPr algn="r">
              <a:defRPr sz="975" b="1" i="0">
                <a:solidFill>
                  <a:srgbClr val="94A3B8"/>
                </a:solidFill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94A3B8"/>
                </a:solidFill>
              </a:defRPr>
            </a:pPr>
            <a:r>
              <a:rPr sz="975" b="1" i="0">
                <a:solidFill>
                  <a:srgbClr val="94A3B8"/>
                </a:solidFill>
              </a:rPr>
              <a:t>06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909E5-335B-4480-81A8-0DA026EAF5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a57ebe63864efd"/>
          <a:stretch xmlns:a="http://schemas.openxmlformats.org/drawingml/2006/main"/>
        </p:blipFill>
        <p:spPr>
          <a:xfrm xmlns:a="http://schemas.openxmlformats.org/drawingml/2006/main">
            <a:off x="689519" y="1619250"/>
            <a:ext cx="5212262" cy="2933700"/>
          </a:xfrm>
          <a:prstGeom xmlns:a="http://schemas.openxmlformats.org/drawingml/2006/main" prst="roundRect">
            <a:avLst>
              <a:gd name="adj" fmla="val 3896"/>
            </a:avLst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1AE6E4-5D8D-4403-BCCD-A755C6E1AD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6b190eb0c445b0"/>
          <a:stretch xmlns:a="http://schemas.openxmlformats.org/drawingml/2006/main"/>
        </p:blipFill>
        <p:spPr>
          <a:xfrm xmlns:a="http://schemas.openxmlformats.org/drawingml/2006/main">
            <a:off x="6290219" y="1619250"/>
            <a:ext cx="5212262" cy="2933700"/>
          </a:xfrm>
          <a:prstGeom xmlns:a="http://schemas.openxmlformats.org/drawingml/2006/main" prst="roundRect">
            <a:avLst>
              <a:gd name="adj" fmla="val 389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9920E-D0FB-4829-8436-46C38D2E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 i="0">
                <a:solidFill>
                  <a:srgbClr val="0B172A"/>
                </a:solidFill>
              </a:defRPr>
            </a:defPPr>
            <a:lvl1pPr algn="l">
              <a:defRPr sz="1650" b="1" i="0">
                <a:solidFill>
                  <a:srgbClr val="0B172A"/>
                </a:solidFill>
              </a:defRPr>
            </a:lvl1pPr>
            <a:lvl2pPr algn="l">
              <a:defRPr sz="1650" b="1" i="0">
                <a:solidFill>
                  <a:srgbClr val="0B172A"/>
                </a:solidFill>
              </a:defRPr>
            </a:lvl2pPr>
            <a:lvl3pPr algn="l">
              <a:defRPr sz="1650" b="1" i="0">
                <a:solidFill>
                  <a:srgbClr val="0B172A"/>
                </a:solidFill>
              </a:defRPr>
            </a:lvl3pPr>
            <a:lvl4pPr algn="l">
              <a:defRPr sz="1650" b="1" i="0">
                <a:solidFill>
                  <a:srgbClr val="0B172A"/>
                </a:solidFill>
              </a:defRPr>
            </a:lvl4pPr>
            <a:lvl5pPr algn="l">
              <a:defRPr sz="1650" b="1" i="0">
                <a:solidFill>
                  <a:srgbClr val="0B172A"/>
                </a:solidFill>
              </a:defRPr>
            </a:lvl5pPr>
            <a:lvl6pPr algn="l">
              <a:defRPr sz="1650" b="1" i="0">
                <a:solidFill>
                  <a:srgbClr val="0B172A"/>
                </a:solidFill>
              </a:defRPr>
            </a:lvl6pPr>
            <a:lvl7pPr algn="l">
              <a:defRPr sz="1650" b="1" i="0">
                <a:solidFill>
                  <a:srgbClr val="0B172A"/>
                </a:solidFill>
              </a:defRPr>
            </a:lvl7pPr>
            <a:lvl8pPr algn="l">
              <a:defRPr sz="1650" b="1" i="0">
                <a:solidFill>
                  <a:srgbClr val="0B172A"/>
                </a:solidFill>
              </a:defRPr>
            </a:lvl8pPr>
            <a:lvl9pPr algn="l">
              <a:defRPr sz="1650" b="1" i="0">
                <a:solidFill>
                  <a:srgbClr val="0B172A"/>
                </a:solidFill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0B172A"/>
                </a:solidFill>
              </a:defRPr>
            </a:pPr>
            <a:r>
              <a:rPr sz="1650" b="1" i="0">
                <a:solidFill>
                  <a:srgbClr val="0B172A"/>
                </a:solidFill>
              </a:rPr>
              <a:t>Exercícios adaptativos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68AACF-9363-4A96-A543-73FFDCDF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504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64748B"/>
                </a:solidFill>
              </a:defRPr>
            </a:defPPr>
            <a:lvl1pPr algn="l">
              <a:defRPr sz="1275" b="0" i="0">
                <a:solidFill>
                  <a:srgbClr val="64748B"/>
                </a:solidFill>
              </a:defRPr>
            </a:lvl1pPr>
            <a:lvl2pPr algn="l">
              <a:defRPr sz="1275" b="0" i="0">
                <a:solidFill>
                  <a:srgbClr val="64748B"/>
                </a:solidFill>
              </a:defRPr>
            </a:lvl2pPr>
            <a:lvl3pPr algn="l">
              <a:defRPr sz="1275" b="0" i="0">
                <a:solidFill>
                  <a:srgbClr val="64748B"/>
                </a:solidFill>
              </a:defRPr>
            </a:lvl3pPr>
            <a:lvl4pPr algn="l">
              <a:defRPr sz="1275" b="0" i="0">
                <a:solidFill>
                  <a:srgbClr val="64748B"/>
                </a:solidFill>
              </a:defRPr>
            </a:lvl4pPr>
            <a:lvl5pPr algn="l">
              <a:defRPr sz="1275" b="0" i="0">
                <a:solidFill>
                  <a:srgbClr val="64748B"/>
                </a:solidFill>
              </a:defRPr>
            </a:lvl5pPr>
            <a:lvl6pPr algn="l">
              <a:defRPr sz="1275" b="0" i="0">
                <a:solidFill>
                  <a:srgbClr val="64748B"/>
                </a:solidFill>
              </a:defRPr>
            </a:lvl6pPr>
            <a:lvl7pPr algn="l">
              <a:defRPr sz="1275" b="0" i="0">
                <a:solidFill>
                  <a:srgbClr val="64748B"/>
                </a:solidFill>
              </a:defRPr>
            </a:lvl7pPr>
            <a:lvl8pPr algn="l">
              <a:defRPr sz="1275" b="0" i="0">
                <a:solidFill>
                  <a:srgbClr val="64748B"/>
                </a:solidFill>
              </a:defRPr>
            </a:lvl8pPr>
            <a:lvl9pPr algn="l">
              <a:defRPr sz="1275" b="0" i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64748B"/>
                </a:solidFill>
              </a:defRPr>
            </a:pPr>
            <a:r>
              <a:rPr sz="1275" b="0" i="0">
                <a:solidFill>
                  <a:srgbClr val="64748B"/>
                </a:solidFill>
              </a:rPr>
              <a:t>Prática livre ou modo simulado. A seleção prioriza assuntos com menor domínio e mantém a correção para o final.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407EE1-224E-43C2-BD78-23504286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5300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 i="0">
                <a:solidFill>
                  <a:srgbClr val="0B172A"/>
                </a:solidFill>
              </a:defRPr>
            </a:defPPr>
            <a:lvl1pPr algn="l">
              <a:defRPr sz="1650" b="1" i="0">
                <a:solidFill>
                  <a:srgbClr val="0B172A"/>
                </a:solidFill>
              </a:defRPr>
            </a:lvl1pPr>
            <a:lvl2pPr algn="l">
              <a:defRPr sz="1650" b="1" i="0">
                <a:solidFill>
                  <a:srgbClr val="0B172A"/>
                </a:solidFill>
              </a:defRPr>
            </a:lvl2pPr>
            <a:lvl3pPr algn="l">
              <a:defRPr sz="1650" b="1" i="0">
                <a:solidFill>
                  <a:srgbClr val="0B172A"/>
                </a:solidFill>
              </a:defRPr>
            </a:lvl3pPr>
            <a:lvl4pPr algn="l">
              <a:defRPr sz="1650" b="1" i="0">
                <a:solidFill>
                  <a:srgbClr val="0B172A"/>
                </a:solidFill>
              </a:defRPr>
            </a:lvl4pPr>
            <a:lvl5pPr algn="l">
              <a:defRPr sz="1650" b="1" i="0">
                <a:solidFill>
                  <a:srgbClr val="0B172A"/>
                </a:solidFill>
              </a:defRPr>
            </a:lvl5pPr>
            <a:lvl6pPr algn="l">
              <a:defRPr sz="1650" b="1" i="0">
                <a:solidFill>
                  <a:srgbClr val="0B172A"/>
                </a:solidFill>
              </a:defRPr>
            </a:lvl6pPr>
            <a:lvl7pPr algn="l">
              <a:defRPr sz="1650" b="1" i="0">
                <a:solidFill>
                  <a:srgbClr val="0B172A"/>
                </a:solidFill>
              </a:defRPr>
            </a:lvl7pPr>
            <a:lvl8pPr algn="l">
              <a:defRPr sz="1650" b="1" i="0">
                <a:solidFill>
                  <a:srgbClr val="0B172A"/>
                </a:solidFill>
              </a:defRPr>
            </a:lvl8pPr>
            <a:lvl9pPr algn="l">
              <a:defRPr sz="1650" b="1" i="0">
                <a:solidFill>
                  <a:srgbClr val="0B172A"/>
                </a:solidFill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0B172A"/>
                </a:solidFill>
              </a:defRPr>
            </a:pPr>
            <a:r>
              <a:rPr sz="1650" b="1" i="0">
                <a:solidFill>
                  <a:srgbClr val="0B172A"/>
                </a:solidFill>
              </a:rPr>
              <a:t>Meu desempenho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C9A616-E904-4278-907A-CAF5FC20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3400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64748B"/>
                </a:solidFill>
              </a:defRPr>
            </a:defPPr>
            <a:lvl1pPr algn="l">
              <a:defRPr sz="1275" b="0" i="0">
                <a:solidFill>
                  <a:srgbClr val="64748B"/>
                </a:solidFill>
              </a:defRPr>
            </a:lvl1pPr>
            <a:lvl2pPr algn="l">
              <a:defRPr sz="1275" b="0" i="0">
                <a:solidFill>
                  <a:srgbClr val="64748B"/>
                </a:solidFill>
              </a:defRPr>
            </a:lvl2pPr>
            <a:lvl3pPr algn="l">
              <a:defRPr sz="1275" b="0" i="0">
                <a:solidFill>
                  <a:srgbClr val="64748B"/>
                </a:solidFill>
              </a:defRPr>
            </a:lvl3pPr>
            <a:lvl4pPr algn="l">
              <a:defRPr sz="1275" b="0" i="0">
                <a:solidFill>
                  <a:srgbClr val="64748B"/>
                </a:solidFill>
              </a:defRPr>
            </a:lvl4pPr>
            <a:lvl5pPr algn="l">
              <a:defRPr sz="1275" b="0" i="0">
                <a:solidFill>
                  <a:srgbClr val="64748B"/>
                </a:solidFill>
              </a:defRPr>
            </a:lvl5pPr>
            <a:lvl6pPr algn="l">
              <a:defRPr sz="1275" b="0" i="0">
                <a:solidFill>
                  <a:srgbClr val="64748B"/>
                </a:solidFill>
              </a:defRPr>
            </a:lvl6pPr>
            <a:lvl7pPr algn="l">
              <a:defRPr sz="1275" b="0" i="0">
                <a:solidFill>
                  <a:srgbClr val="64748B"/>
                </a:solidFill>
              </a:defRPr>
            </a:lvl7pPr>
            <a:lvl8pPr algn="l">
              <a:defRPr sz="1275" b="0" i="0">
                <a:solidFill>
                  <a:srgbClr val="64748B"/>
                </a:solidFill>
              </a:defRPr>
            </a:lvl8pPr>
            <a:lvl9pPr algn="l">
              <a:defRPr sz="1275" b="0" i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64748B"/>
                </a:solidFill>
              </a:defRPr>
            </a:pPr>
            <a:r>
              <a:rPr sz="1275" b="0" i="0">
                <a:solidFill>
                  <a:srgbClr val="64748B"/>
                </a:solidFill>
              </a:rPr>
              <a:t>Taxa geral, acertos por disciplina, evolução por atividade e assuntos que precisam de revisão.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7238A2-A74D-49FB-A264-4464D0C7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827B7E-A270-43B0-9130-ED239F54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94A3B8"/>
                </a:solidFill>
              </a:defRPr>
            </a:defPPr>
            <a:lvl1pPr algn="l">
              <a:defRPr sz="750" b="0" i="0">
                <a:solidFill>
                  <a:srgbClr val="94A3B8"/>
                </a:solidFill>
              </a:defRPr>
            </a:lvl1pPr>
            <a:lvl2pPr algn="l">
              <a:defRPr sz="750" b="0" i="0">
                <a:solidFill>
                  <a:srgbClr val="94A3B8"/>
                </a:solidFill>
              </a:defRPr>
            </a:lvl2pPr>
            <a:lvl3pPr algn="l">
              <a:defRPr sz="750" b="0" i="0">
                <a:solidFill>
                  <a:srgbClr val="94A3B8"/>
                </a:solidFill>
              </a:defRPr>
            </a:lvl3pPr>
            <a:lvl4pPr algn="l">
              <a:defRPr sz="750" b="0" i="0">
                <a:solidFill>
                  <a:srgbClr val="94A3B8"/>
                </a:solidFill>
              </a:defRPr>
            </a:lvl4pPr>
            <a:lvl5pPr algn="l">
              <a:defRPr sz="750" b="0" i="0">
                <a:solidFill>
                  <a:srgbClr val="94A3B8"/>
                </a:solidFill>
              </a:defRPr>
            </a:lvl5pPr>
            <a:lvl6pPr algn="l">
              <a:defRPr sz="750" b="0" i="0">
                <a:solidFill>
                  <a:srgbClr val="94A3B8"/>
                </a:solidFill>
              </a:defRPr>
            </a:lvl6pPr>
            <a:lvl7pPr algn="l">
              <a:defRPr sz="750" b="0" i="0">
                <a:solidFill>
                  <a:srgbClr val="94A3B8"/>
                </a:solidFill>
              </a:defRPr>
            </a:lvl7pPr>
            <a:lvl8pPr algn="l">
              <a:defRPr sz="750" b="0" i="0">
                <a:solidFill>
                  <a:srgbClr val="94A3B8"/>
                </a:solidFill>
              </a:defRPr>
            </a:lvl8pPr>
            <a:lvl9pPr algn="l">
              <a:defRPr sz="750" b="0" i="0">
                <a:solidFill>
                  <a:srgbClr val="94A3B8"/>
                </a:solidFill>
              </a:defRPr>
            </a:lvl9pPr>
          </a:lstStyle>
          <a:p xmlns:a="http://schemas.openxmlformats.org/drawingml/2006/main">
            <a:pPr algn="l">
              <a:defRPr sz="750" b="0" i="0">
                <a:solidFill>
                  <a:srgbClr val="94A3B8"/>
                </a:solidFill>
              </a:defRPr>
            </a:pPr>
            <a:r>
              <a:rPr sz="750" b="0" i="0">
                <a:solidFill>
                  <a:srgbClr val="94A3B8"/>
                </a:solidFill>
              </a:rPr>
              <a:t>Projeto de Software  |  2026</a:t>
            </a:r>
          </a:p>
        </p:txBody>
      </p:sp>
    </p:spTree>
    <p:extLst>
      <p:ext uri="{BB962C8B-B14F-4D97-AF65-F5344CB8AC3E}">
        <p14:creationId xmlns:p14="http://schemas.microsoft.com/office/powerpoint/2010/main" val="17133688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E59EBB-A45D-498B-9F1B-104D439D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2176E8"/>
                </a:solidFill>
              </a:defRPr>
            </a:defPPr>
            <a:lvl1pPr algn="l">
              <a:defRPr sz="975" b="1" i="0">
                <a:solidFill>
                  <a:srgbClr val="2176E8"/>
                </a:solidFill>
              </a:defRPr>
            </a:lvl1pPr>
            <a:lvl2pPr algn="l">
              <a:defRPr sz="975" b="1" i="0">
                <a:solidFill>
                  <a:srgbClr val="2176E8"/>
                </a:solidFill>
              </a:defRPr>
            </a:lvl2pPr>
            <a:lvl3pPr algn="l">
              <a:defRPr sz="975" b="1" i="0">
                <a:solidFill>
                  <a:srgbClr val="2176E8"/>
                </a:solidFill>
              </a:defRPr>
            </a:lvl3pPr>
            <a:lvl4pPr algn="l">
              <a:defRPr sz="975" b="1" i="0">
                <a:solidFill>
                  <a:srgbClr val="2176E8"/>
                </a:solidFill>
              </a:defRPr>
            </a:lvl4pPr>
            <a:lvl5pPr algn="l">
              <a:defRPr sz="975" b="1" i="0">
                <a:solidFill>
                  <a:srgbClr val="2176E8"/>
                </a:solidFill>
              </a:defRPr>
            </a:lvl5pPr>
            <a:lvl6pPr algn="l">
              <a:defRPr sz="975" b="1" i="0">
                <a:solidFill>
                  <a:srgbClr val="2176E8"/>
                </a:solidFill>
              </a:defRPr>
            </a:lvl6pPr>
            <a:lvl7pPr algn="l">
              <a:defRPr sz="975" b="1" i="0">
                <a:solidFill>
                  <a:srgbClr val="2176E8"/>
                </a:solidFill>
              </a:defRPr>
            </a:lvl7pPr>
            <a:lvl8pPr algn="l">
              <a:defRPr sz="975" b="1" i="0">
                <a:solidFill>
                  <a:srgbClr val="2176E8"/>
                </a:solidFill>
              </a:defRPr>
            </a:lvl8pPr>
            <a:lvl9pPr algn="l">
              <a:defRPr sz="975" b="1" i="0">
                <a:solidFill>
                  <a:srgbClr val="2176E8"/>
                </a:solidFill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2176E8"/>
                </a:solidFill>
              </a:defRPr>
            </a:pPr>
            <a:r>
              <a:rPr sz="975" b="1" i="0">
                <a:solidFill>
                  <a:srgbClr val="2176E8"/>
                </a:solidFill>
              </a:rPr>
              <a:t>PRODUÇÃO TEXTUAL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DD5790-8AE7-4956-964B-E5A7233A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 i="0">
                <a:solidFill>
                  <a:srgbClr val="0B172A"/>
                </a:solidFill>
              </a:defRPr>
            </a:defPPr>
            <a:lvl1pPr algn="l">
              <a:defRPr sz="2550" b="1" i="0">
                <a:solidFill>
                  <a:srgbClr val="0B172A"/>
                </a:solidFill>
              </a:defRPr>
            </a:lvl1pPr>
            <a:lvl2pPr algn="l">
              <a:defRPr sz="2550" b="1" i="0">
                <a:solidFill>
                  <a:srgbClr val="0B172A"/>
                </a:solidFill>
              </a:defRPr>
            </a:lvl2pPr>
            <a:lvl3pPr algn="l">
              <a:defRPr sz="2550" b="1" i="0">
                <a:solidFill>
                  <a:srgbClr val="0B172A"/>
                </a:solidFill>
              </a:defRPr>
            </a:lvl3pPr>
            <a:lvl4pPr algn="l">
              <a:defRPr sz="2550" b="1" i="0">
                <a:solidFill>
                  <a:srgbClr val="0B172A"/>
                </a:solidFill>
              </a:defRPr>
            </a:lvl4pPr>
            <a:lvl5pPr algn="l">
              <a:defRPr sz="2550" b="1" i="0">
                <a:solidFill>
                  <a:srgbClr val="0B172A"/>
                </a:solidFill>
              </a:defRPr>
            </a:lvl5pPr>
            <a:lvl6pPr algn="l">
              <a:defRPr sz="2550" b="1" i="0">
                <a:solidFill>
                  <a:srgbClr val="0B172A"/>
                </a:solidFill>
              </a:defRPr>
            </a:lvl6pPr>
            <a:lvl7pPr algn="l">
              <a:defRPr sz="2550" b="1" i="0">
                <a:solidFill>
                  <a:srgbClr val="0B172A"/>
                </a:solidFill>
              </a:defRPr>
            </a:lvl7pPr>
            <a:lvl8pPr algn="l">
              <a:defRPr sz="2550" b="1" i="0">
                <a:solidFill>
                  <a:srgbClr val="0B172A"/>
                </a:solidFill>
              </a:defRPr>
            </a:lvl8pPr>
            <a:lvl9pPr algn="l">
              <a:defRPr sz="2550" b="1" i="0">
                <a:solidFill>
                  <a:srgbClr val="0B172A"/>
                </a:solidFill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0B172A"/>
                </a:solidFill>
              </a:defRPr>
            </a:pPr>
            <a:r>
              <a:rPr sz="2550" b="1" i="0">
                <a:solidFill>
                  <a:srgbClr val="0B172A"/>
                </a:solidFill>
              </a:rPr>
              <a:t>Caso de uso 5  |  Redação com dois caminhos de correção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04330-3EAF-4243-89CF-30BB3A47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75" b="1" i="0">
                <a:solidFill>
                  <a:srgbClr val="94A3B8"/>
                </a:solidFill>
              </a:defRPr>
            </a:defPPr>
            <a:lvl1pPr algn="r">
              <a:defRPr sz="975" b="1" i="0">
                <a:solidFill>
                  <a:srgbClr val="94A3B8"/>
                </a:solidFill>
              </a:defRPr>
            </a:lvl1pPr>
            <a:lvl2pPr algn="r">
              <a:defRPr sz="975" b="1" i="0">
                <a:solidFill>
                  <a:srgbClr val="94A3B8"/>
                </a:solidFill>
              </a:defRPr>
            </a:lvl2pPr>
            <a:lvl3pPr algn="r">
              <a:defRPr sz="975" b="1" i="0">
                <a:solidFill>
                  <a:srgbClr val="94A3B8"/>
                </a:solidFill>
              </a:defRPr>
            </a:lvl3pPr>
            <a:lvl4pPr algn="r">
              <a:defRPr sz="975" b="1" i="0">
                <a:solidFill>
                  <a:srgbClr val="94A3B8"/>
                </a:solidFill>
              </a:defRPr>
            </a:lvl4pPr>
            <a:lvl5pPr algn="r">
              <a:defRPr sz="975" b="1" i="0">
                <a:solidFill>
                  <a:srgbClr val="94A3B8"/>
                </a:solidFill>
              </a:defRPr>
            </a:lvl5pPr>
            <a:lvl6pPr algn="r">
              <a:defRPr sz="975" b="1" i="0">
                <a:solidFill>
                  <a:srgbClr val="94A3B8"/>
                </a:solidFill>
              </a:defRPr>
            </a:lvl6pPr>
            <a:lvl7pPr algn="r">
              <a:defRPr sz="975" b="1" i="0">
                <a:solidFill>
                  <a:srgbClr val="94A3B8"/>
                </a:solidFill>
              </a:defRPr>
            </a:lvl7pPr>
            <a:lvl8pPr algn="r">
              <a:defRPr sz="975" b="1" i="0">
                <a:solidFill>
                  <a:srgbClr val="94A3B8"/>
                </a:solidFill>
              </a:defRPr>
            </a:lvl8pPr>
            <a:lvl9pPr algn="r">
              <a:defRPr sz="975" b="1" i="0">
                <a:solidFill>
                  <a:srgbClr val="94A3B8"/>
                </a:solidFill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94A3B8"/>
                </a:solidFill>
              </a:defRPr>
            </a:pPr>
            <a:r>
              <a:rPr sz="975" b="1" i="0">
                <a:solidFill>
                  <a:srgbClr val="94A3B8"/>
                </a:solidFill>
              </a:rPr>
              <a:t>07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6C3F5D-E23B-4AE6-AF3B-EDE4675E88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c62f0b0a534cb1"/>
          <a:stretch xmlns:a="http://schemas.openxmlformats.org/drawingml/2006/main"/>
        </p:blipFill>
        <p:spPr>
          <a:xfrm xmlns:a="http://schemas.openxmlformats.org/drawingml/2006/main">
            <a:off x="4955013" y="1695450"/>
            <a:ext cx="6549173" cy="3686175"/>
          </a:xfrm>
          <a:prstGeom xmlns:a="http://schemas.openxmlformats.org/drawingml/2006/main" prst="roundRect">
            <a:avLst>
              <a:gd name="adj" fmla="val 310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51000F-CCCD-4D95-8E5B-14E67C72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0B172A"/>
                </a:solidFill>
              </a:defRPr>
            </a:defPPr>
            <a:lvl1pPr algn="l">
              <a:defRPr sz="1725" b="1" i="0">
                <a:solidFill>
                  <a:srgbClr val="0B172A"/>
                </a:solidFill>
              </a:defRPr>
            </a:lvl1pPr>
            <a:lvl2pPr algn="l">
              <a:defRPr sz="1725" b="1" i="0">
                <a:solidFill>
                  <a:srgbClr val="0B172A"/>
                </a:solidFill>
              </a:defRPr>
            </a:lvl2pPr>
            <a:lvl3pPr algn="l">
              <a:defRPr sz="1725" b="1" i="0">
                <a:solidFill>
                  <a:srgbClr val="0B172A"/>
                </a:solidFill>
              </a:defRPr>
            </a:lvl3pPr>
            <a:lvl4pPr algn="l">
              <a:defRPr sz="1725" b="1" i="0">
                <a:solidFill>
                  <a:srgbClr val="0B172A"/>
                </a:solidFill>
              </a:defRPr>
            </a:lvl4pPr>
            <a:lvl5pPr algn="l">
              <a:defRPr sz="1725" b="1" i="0">
                <a:solidFill>
                  <a:srgbClr val="0B172A"/>
                </a:solidFill>
              </a:defRPr>
            </a:lvl5pPr>
            <a:lvl6pPr algn="l">
              <a:defRPr sz="1725" b="1" i="0">
                <a:solidFill>
                  <a:srgbClr val="0B172A"/>
                </a:solidFill>
              </a:defRPr>
            </a:lvl6pPr>
            <a:lvl7pPr algn="l">
              <a:defRPr sz="1725" b="1" i="0">
                <a:solidFill>
                  <a:srgbClr val="0B172A"/>
                </a:solidFill>
              </a:defRPr>
            </a:lvl7pPr>
            <a:lvl8pPr algn="l">
              <a:defRPr sz="1725" b="1" i="0">
                <a:solidFill>
                  <a:srgbClr val="0B172A"/>
                </a:solidFill>
              </a:defRPr>
            </a:lvl8pPr>
            <a:lvl9pPr algn="l">
              <a:defRPr sz="1725" b="1" i="0">
                <a:solidFill>
                  <a:srgbClr val="0B172A"/>
                </a:solidFill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0B172A"/>
                </a:solidFill>
              </a:defRPr>
            </a:pPr>
            <a:r>
              <a:rPr sz="1725" b="1" i="0">
                <a:solidFill>
                  <a:srgbClr val="0B172A"/>
                </a:solidFill>
              </a:rPr>
              <a:t>Fluxo do estudante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C60A1E-A269-4709-A723-50552A60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 i="0">
                <a:solidFill>
                  <a:srgbClr val="2176E8"/>
                </a:solidFill>
              </a:defRPr>
            </a:defPPr>
            <a:lvl1pPr algn="l">
              <a:defRPr sz="1050" b="1" i="0">
                <a:solidFill>
                  <a:srgbClr val="2176E8"/>
                </a:solidFill>
              </a:defRPr>
            </a:lvl1pPr>
            <a:lvl2pPr algn="l">
              <a:defRPr sz="1050" b="1" i="0">
                <a:solidFill>
                  <a:srgbClr val="2176E8"/>
                </a:solidFill>
              </a:defRPr>
            </a:lvl2pPr>
            <a:lvl3pPr algn="l">
              <a:defRPr sz="1050" b="1" i="0">
                <a:solidFill>
                  <a:srgbClr val="2176E8"/>
                </a:solidFill>
              </a:defRPr>
            </a:lvl3pPr>
            <a:lvl4pPr algn="l">
              <a:defRPr sz="1050" b="1" i="0">
                <a:solidFill>
                  <a:srgbClr val="2176E8"/>
                </a:solidFill>
              </a:defRPr>
            </a:lvl4pPr>
            <a:lvl5pPr algn="l">
              <a:defRPr sz="1050" b="1" i="0">
                <a:solidFill>
                  <a:srgbClr val="2176E8"/>
                </a:solidFill>
              </a:defRPr>
            </a:lvl5pPr>
            <a:lvl6pPr algn="l">
              <a:defRPr sz="1050" b="1" i="0">
                <a:solidFill>
                  <a:srgbClr val="2176E8"/>
                </a:solidFill>
              </a:defRPr>
            </a:lvl6pPr>
            <a:lvl7pPr algn="l">
              <a:defRPr sz="1050" b="1" i="0">
                <a:solidFill>
                  <a:srgbClr val="2176E8"/>
                </a:solidFill>
              </a:defRPr>
            </a:lvl7pPr>
            <a:lvl8pPr algn="l">
              <a:defRPr sz="1050" b="1" i="0">
                <a:solidFill>
                  <a:srgbClr val="2176E8"/>
                </a:solidFill>
              </a:defRPr>
            </a:lvl8pPr>
            <a:lvl9pPr algn="l">
              <a:defRPr sz="1050" b="1" i="0">
                <a:solidFill>
                  <a:srgbClr val="2176E8"/>
                </a:solidFill>
              </a:defRPr>
            </a:lvl9pPr>
          </a:lstStyle>
          <a:p xmlns:a="http://schemas.openxmlformats.org/drawingml/2006/main">
            <a:pPr algn="l">
              <a:defRPr sz="1050" b="1" i="0">
                <a:solidFill>
                  <a:srgbClr val="2176E8"/>
                </a:solidFill>
              </a:defRPr>
            </a:pPr>
            <a:r>
              <a:rPr sz="1050" b="1" i="0">
                <a:solidFill>
                  <a:srgbClr val="2176E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82ADE6-3E76-478D-9408-D5D59862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288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172033"/>
                </a:solidFill>
              </a:defRPr>
            </a:defPPr>
            <a:lvl1pPr algn="l">
              <a:defRPr sz="1350" b="0" i="0">
                <a:solidFill>
                  <a:srgbClr val="172033"/>
                </a:solidFill>
              </a:defRPr>
            </a:lvl1pPr>
            <a:lvl2pPr algn="l">
              <a:defRPr sz="1350" b="0" i="0">
                <a:solidFill>
                  <a:srgbClr val="172033"/>
                </a:solidFill>
              </a:defRPr>
            </a:lvl2pPr>
            <a:lvl3pPr algn="l">
              <a:defRPr sz="1350" b="0" i="0">
                <a:solidFill>
                  <a:srgbClr val="172033"/>
                </a:solidFill>
              </a:defRPr>
            </a:lvl3pPr>
            <a:lvl4pPr algn="l">
              <a:defRPr sz="1350" b="0" i="0">
                <a:solidFill>
                  <a:srgbClr val="172033"/>
                </a:solidFill>
              </a:defRPr>
            </a:lvl4pPr>
            <a:lvl5pPr algn="l">
              <a:defRPr sz="1350" b="0" i="0">
                <a:solidFill>
                  <a:srgbClr val="172033"/>
                </a:solidFill>
              </a:defRPr>
            </a:lvl5pPr>
            <a:lvl6pPr algn="l">
              <a:defRPr sz="1350" b="0" i="0">
                <a:solidFill>
                  <a:srgbClr val="172033"/>
                </a:solidFill>
              </a:defRPr>
            </a:lvl6pPr>
            <a:lvl7pPr algn="l">
              <a:defRPr sz="1350" b="0" i="0">
                <a:solidFill>
                  <a:srgbClr val="172033"/>
                </a:solidFill>
              </a:defRPr>
            </a:lvl7pPr>
            <a:lvl8pPr algn="l">
              <a:defRPr sz="1350" b="0" i="0">
                <a:solidFill>
                  <a:srgbClr val="172033"/>
                </a:solidFill>
              </a:defRPr>
            </a:lvl8pPr>
            <a:lvl9pPr algn="l">
              <a:defRPr sz="1350" b="0" i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172033"/>
                </a:solidFill>
              </a:defRPr>
            </a:pPr>
            <a:r>
              <a:rPr sz="1350" b="0" i="0">
                <a:solidFill>
                  <a:srgbClr val="172033"/>
                </a:solidFill>
              </a:rPr>
              <a:t>Escolhe um tema ou texto salvo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13188-DC60-4D9E-9093-E5248E9F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 i="0">
                <a:solidFill>
                  <a:srgbClr val="2176E8"/>
                </a:solidFill>
              </a:defRPr>
            </a:defPPr>
            <a:lvl1pPr algn="l">
              <a:defRPr sz="1050" b="1" i="0">
                <a:solidFill>
                  <a:srgbClr val="2176E8"/>
                </a:solidFill>
              </a:defRPr>
            </a:lvl1pPr>
            <a:lvl2pPr algn="l">
              <a:defRPr sz="1050" b="1" i="0">
                <a:solidFill>
                  <a:srgbClr val="2176E8"/>
                </a:solidFill>
              </a:defRPr>
            </a:lvl2pPr>
            <a:lvl3pPr algn="l">
              <a:defRPr sz="1050" b="1" i="0">
                <a:solidFill>
                  <a:srgbClr val="2176E8"/>
                </a:solidFill>
              </a:defRPr>
            </a:lvl3pPr>
            <a:lvl4pPr algn="l">
              <a:defRPr sz="1050" b="1" i="0">
                <a:solidFill>
                  <a:srgbClr val="2176E8"/>
                </a:solidFill>
              </a:defRPr>
            </a:lvl4pPr>
            <a:lvl5pPr algn="l">
              <a:defRPr sz="1050" b="1" i="0">
                <a:solidFill>
                  <a:srgbClr val="2176E8"/>
                </a:solidFill>
              </a:defRPr>
            </a:lvl5pPr>
            <a:lvl6pPr algn="l">
              <a:defRPr sz="1050" b="1" i="0">
                <a:solidFill>
                  <a:srgbClr val="2176E8"/>
                </a:solidFill>
              </a:defRPr>
            </a:lvl6pPr>
            <a:lvl7pPr algn="l">
              <a:defRPr sz="1050" b="1" i="0">
                <a:solidFill>
                  <a:srgbClr val="2176E8"/>
                </a:solidFill>
              </a:defRPr>
            </a:lvl7pPr>
            <a:lvl8pPr algn="l">
              <a:defRPr sz="1050" b="1" i="0">
                <a:solidFill>
                  <a:srgbClr val="2176E8"/>
                </a:solidFill>
              </a:defRPr>
            </a:lvl8pPr>
            <a:lvl9pPr algn="l">
              <a:defRPr sz="1050" b="1" i="0">
                <a:solidFill>
                  <a:srgbClr val="2176E8"/>
                </a:solidFill>
              </a:defRPr>
            </a:lvl9pPr>
          </a:lstStyle>
          <a:p xmlns:a="http://schemas.openxmlformats.org/drawingml/2006/main">
            <a:pPr algn="l">
              <a:defRPr sz="1050" b="1" i="0">
                <a:solidFill>
                  <a:srgbClr val="2176E8"/>
                </a:solidFill>
              </a:defRPr>
            </a:pPr>
            <a:r>
              <a:rPr sz="1050" b="1" i="0">
                <a:solidFill>
                  <a:srgbClr val="2176E8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39EF1-7090-4440-8811-EFB09658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146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172033"/>
                </a:solidFill>
              </a:defRPr>
            </a:defPPr>
            <a:lvl1pPr algn="l">
              <a:defRPr sz="1350" b="0" i="0">
                <a:solidFill>
                  <a:srgbClr val="172033"/>
                </a:solidFill>
              </a:defRPr>
            </a:lvl1pPr>
            <a:lvl2pPr algn="l">
              <a:defRPr sz="1350" b="0" i="0">
                <a:solidFill>
                  <a:srgbClr val="172033"/>
                </a:solidFill>
              </a:defRPr>
            </a:lvl2pPr>
            <a:lvl3pPr algn="l">
              <a:defRPr sz="1350" b="0" i="0">
                <a:solidFill>
                  <a:srgbClr val="172033"/>
                </a:solidFill>
              </a:defRPr>
            </a:lvl3pPr>
            <a:lvl4pPr algn="l">
              <a:defRPr sz="1350" b="0" i="0">
                <a:solidFill>
                  <a:srgbClr val="172033"/>
                </a:solidFill>
              </a:defRPr>
            </a:lvl4pPr>
            <a:lvl5pPr algn="l">
              <a:defRPr sz="1350" b="0" i="0">
                <a:solidFill>
                  <a:srgbClr val="172033"/>
                </a:solidFill>
              </a:defRPr>
            </a:lvl5pPr>
            <a:lvl6pPr algn="l">
              <a:defRPr sz="1350" b="0" i="0">
                <a:solidFill>
                  <a:srgbClr val="172033"/>
                </a:solidFill>
              </a:defRPr>
            </a:lvl6pPr>
            <a:lvl7pPr algn="l">
              <a:defRPr sz="1350" b="0" i="0">
                <a:solidFill>
                  <a:srgbClr val="172033"/>
                </a:solidFill>
              </a:defRPr>
            </a:lvl7pPr>
            <a:lvl8pPr algn="l">
              <a:defRPr sz="1350" b="0" i="0">
                <a:solidFill>
                  <a:srgbClr val="172033"/>
                </a:solidFill>
              </a:defRPr>
            </a:lvl8pPr>
            <a:lvl9pPr algn="l">
              <a:defRPr sz="1350" b="0" i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172033"/>
                </a:solidFill>
              </a:defRPr>
            </a:pPr>
            <a:r>
              <a:rPr sz="1350" b="0" i="0">
                <a:solidFill>
                  <a:srgbClr val="172033"/>
                </a:solidFill>
              </a:rPr>
              <a:t>Escreve e acompanha os caracteres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64CEA9-2098-41BA-BD8B-B034C4FA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 i="0">
                <a:solidFill>
                  <a:srgbClr val="2176E8"/>
                </a:solidFill>
              </a:defRPr>
            </a:defPPr>
            <a:lvl1pPr algn="l">
              <a:defRPr sz="1050" b="1" i="0">
                <a:solidFill>
                  <a:srgbClr val="2176E8"/>
                </a:solidFill>
              </a:defRPr>
            </a:lvl1pPr>
            <a:lvl2pPr algn="l">
              <a:defRPr sz="1050" b="1" i="0">
                <a:solidFill>
                  <a:srgbClr val="2176E8"/>
                </a:solidFill>
              </a:defRPr>
            </a:lvl2pPr>
            <a:lvl3pPr algn="l">
              <a:defRPr sz="1050" b="1" i="0">
                <a:solidFill>
                  <a:srgbClr val="2176E8"/>
                </a:solidFill>
              </a:defRPr>
            </a:lvl3pPr>
            <a:lvl4pPr algn="l">
              <a:defRPr sz="1050" b="1" i="0">
                <a:solidFill>
                  <a:srgbClr val="2176E8"/>
                </a:solidFill>
              </a:defRPr>
            </a:lvl4pPr>
            <a:lvl5pPr algn="l">
              <a:defRPr sz="1050" b="1" i="0">
                <a:solidFill>
                  <a:srgbClr val="2176E8"/>
                </a:solidFill>
              </a:defRPr>
            </a:lvl5pPr>
            <a:lvl6pPr algn="l">
              <a:defRPr sz="1050" b="1" i="0">
                <a:solidFill>
                  <a:srgbClr val="2176E8"/>
                </a:solidFill>
              </a:defRPr>
            </a:lvl6pPr>
            <a:lvl7pPr algn="l">
              <a:defRPr sz="1050" b="1" i="0">
                <a:solidFill>
                  <a:srgbClr val="2176E8"/>
                </a:solidFill>
              </a:defRPr>
            </a:lvl7pPr>
            <a:lvl8pPr algn="l">
              <a:defRPr sz="1050" b="1" i="0">
                <a:solidFill>
                  <a:srgbClr val="2176E8"/>
                </a:solidFill>
              </a:defRPr>
            </a:lvl8pPr>
            <a:lvl9pPr algn="l">
              <a:defRPr sz="1050" b="1" i="0">
                <a:solidFill>
                  <a:srgbClr val="2176E8"/>
                </a:solidFill>
              </a:defRPr>
            </a:lvl9pPr>
          </a:lstStyle>
          <a:p xmlns:a="http://schemas.openxmlformats.org/drawingml/2006/main">
            <a:pPr algn="l">
              <a:defRPr sz="1050" b="1" i="0">
                <a:solidFill>
                  <a:srgbClr val="2176E8"/>
                </a:solidFill>
              </a:defRPr>
            </a:pPr>
            <a:r>
              <a:rPr sz="1050" b="1" i="0">
                <a:solidFill>
                  <a:srgbClr val="2176E8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CADCA-8F6B-40E7-8CFA-87D931DD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004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172033"/>
                </a:solidFill>
              </a:defRPr>
            </a:defPPr>
            <a:lvl1pPr algn="l">
              <a:defRPr sz="1350" b="0" i="0">
                <a:solidFill>
                  <a:srgbClr val="172033"/>
                </a:solidFill>
              </a:defRPr>
            </a:lvl1pPr>
            <a:lvl2pPr algn="l">
              <a:defRPr sz="1350" b="0" i="0">
                <a:solidFill>
                  <a:srgbClr val="172033"/>
                </a:solidFill>
              </a:defRPr>
            </a:lvl2pPr>
            <a:lvl3pPr algn="l">
              <a:defRPr sz="1350" b="0" i="0">
                <a:solidFill>
                  <a:srgbClr val="172033"/>
                </a:solidFill>
              </a:defRPr>
            </a:lvl3pPr>
            <a:lvl4pPr algn="l">
              <a:defRPr sz="1350" b="0" i="0">
                <a:solidFill>
                  <a:srgbClr val="172033"/>
                </a:solidFill>
              </a:defRPr>
            </a:lvl4pPr>
            <a:lvl5pPr algn="l">
              <a:defRPr sz="1350" b="0" i="0">
                <a:solidFill>
                  <a:srgbClr val="172033"/>
                </a:solidFill>
              </a:defRPr>
            </a:lvl5pPr>
            <a:lvl6pPr algn="l">
              <a:defRPr sz="1350" b="0" i="0">
                <a:solidFill>
                  <a:srgbClr val="172033"/>
                </a:solidFill>
              </a:defRPr>
            </a:lvl6pPr>
            <a:lvl7pPr algn="l">
              <a:defRPr sz="1350" b="0" i="0">
                <a:solidFill>
                  <a:srgbClr val="172033"/>
                </a:solidFill>
              </a:defRPr>
            </a:lvl7pPr>
            <a:lvl8pPr algn="l">
              <a:defRPr sz="1350" b="0" i="0">
                <a:solidFill>
                  <a:srgbClr val="172033"/>
                </a:solidFill>
              </a:defRPr>
            </a:lvl8pPr>
            <a:lvl9pPr algn="l">
              <a:defRPr sz="1350" b="0" i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172033"/>
                </a:solidFill>
              </a:defRPr>
            </a:pPr>
            <a:r>
              <a:rPr sz="1350" b="0" i="0">
                <a:solidFill>
                  <a:srgbClr val="172033"/>
                </a:solidFill>
              </a:rPr>
              <a:t>Envia para correção por IA ou humana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019E05-2268-4029-9D88-5E1D5C4A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 i="0">
                <a:solidFill>
                  <a:srgbClr val="2176E8"/>
                </a:solidFill>
              </a:defRPr>
            </a:defPPr>
            <a:lvl1pPr algn="l">
              <a:defRPr sz="1050" b="1" i="0">
                <a:solidFill>
                  <a:srgbClr val="2176E8"/>
                </a:solidFill>
              </a:defRPr>
            </a:lvl1pPr>
            <a:lvl2pPr algn="l">
              <a:defRPr sz="1050" b="1" i="0">
                <a:solidFill>
                  <a:srgbClr val="2176E8"/>
                </a:solidFill>
              </a:defRPr>
            </a:lvl2pPr>
            <a:lvl3pPr algn="l">
              <a:defRPr sz="1050" b="1" i="0">
                <a:solidFill>
                  <a:srgbClr val="2176E8"/>
                </a:solidFill>
              </a:defRPr>
            </a:lvl3pPr>
            <a:lvl4pPr algn="l">
              <a:defRPr sz="1050" b="1" i="0">
                <a:solidFill>
                  <a:srgbClr val="2176E8"/>
                </a:solidFill>
              </a:defRPr>
            </a:lvl4pPr>
            <a:lvl5pPr algn="l">
              <a:defRPr sz="1050" b="1" i="0">
                <a:solidFill>
                  <a:srgbClr val="2176E8"/>
                </a:solidFill>
              </a:defRPr>
            </a:lvl5pPr>
            <a:lvl6pPr algn="l">
              <a:defRPr sz="1050" b="1" i="0">
                <a:solidFill>
                  <a:srgbClr val="2176E8"/>
                </a:solidFill>
              </a:defRPr>
            </a:lvl6pPr>
            <a:lvl7pPr algn="l">
              <a:defRPr sz="1050" b="1" i="0">
                <a:solidFill>
                  <a:srgbClr val="2176E8"/>
                </a:solidFill>
              </a:defRPr>
            </a:lvl7pPr>
            <a:lvl8pPr algn="l">
              <a:defRPr sz="1050" b="1" i="0">
                <a:solidFill>
                  <a:srgbClr val="2176E8"/>
                </a:solidFill>
              </a:defRPr>
            </a:lvl8pPr>
            <a:lvl9pPr algn="l">
              <a:defRPr sz="1050" b="1" i="0">
                <a:solidFill>
                  <a:srgbClr val="2176E8"/>
                </a:solidFill>
              </a:defRPr>
            </a:lvl9pPr>
          </a:lstStyle>
          <a:p xmlns:a="http://schemas.openxmlformats.org/drawingml/2006/main">
            <a:pPr algn="l">
              <a:defRPr sz="1050" b="1" i="0">
                <a:solidFill>
                  <a:srgbClr val="2176E8"/>
                </a:solidFill>
              </a:defRPr>
            </a:pPr>
            <a:r>
              <a:rPr sz="1050" b="1" i="0">
                <a:solidFill>
                  <a:srgbClr val="2176E8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7B085D-5D6C-4E12-9DBB-C35F2EDB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862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172033"/>
                </a:solidFill>
              </a:defRPr>
            </a:defPPr>
            <a:lvl1pPr algn="l">
              <a:defRPr sz="1350" b="0" i="0">
                <a:solidFill>
                  <a:srgbClr val="172033"/>
                </a:solidFill>
              </a:defRPr>
            </a:lvl1pPr>
            <a:lvl2pPr algn="l">
              <a:defRPr sz="1350" b="0" i="0">
                <a:solidFill>
                  <a:srgbClr val="172033"/>
                </a:solidFill>
              </a:defRPr>
            </a:lvl2pPr>
            <a:lvl3pPr algn="l">
              <a:defRPr sz="1350" b="0" i="0">
                <a:solidFill>
                  <a:srgbClr val="172033"/>
                </a:solidFill>
              </a:defRPr>
            </a:lvl3pPr>
            <a:lvl4pPr algn="l">
              <a:defRPr sz="1350" b="0" i="0">
                <a:solidFill>
                  <a:srgbClr val="172033"/>
                </a:solidFill>
              </a:defRPr>
            </a:lvl4pPr>
            <a:lvl5pPr algn="l">
              <a:defRPr sz="1350" b="0" i="0">
                <a:solidFill>
                  <a:srgbClr val="172033"/>
                </a:solidFill>
              </a:defRPr>
            </a:lvl5pPr>
            <a:lvl6pPr algn="l">
              <a:defRPr sz="1350" b="0" i="0">
                <a:solidFill>
                  <a:srgbClr val="172033"/>
                </a:solidFill>
              </a:defRPr>
            </a:lvl6pPr>
            <a:lvl7pPr algn="l">
              <a:defRPr sz="1350" b="0" i="0">
                <a:solidFill>
                  <a:srgbClr val="172033"/>
                </a:solidFill>
              </a:defRPr>
            </a:lvl7pPr>
            <a:lvl8pPr algn="l">
              <a:defRPr sz="1350" b="0" i="0">
                <a:solidFill>
                  <a:srgbClr val="172033"/>
                </a:solidFill>
              </a:defRPr>
            </a:lvl8pPr>
            <a:lvl9pPr algn="l">
              <a:defRPr sz="1350" b="0" i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172033"/>
                </a:solidFill>
              </a:defRPr>
            </a:pPr>
            <a:r>
              <a:rPr sz="1350" b="0" i="0">
                <a:solidFill>
                  <a:srgbClr val="172033"/>
                </a:solidFill>
              </a:rPr>
              <a:t>Recebe notas e devolutiva para reescrita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B04E07-23E9-4168-91BD-ABB5CD08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2176E8"/>
                </a:solidFill>
              </a:defRPr>
            </a:defPPr>
            <a:lvl1pPr algn="l">
              <a:defRPr sz="1350" b="1" i="0">
                <a:solidFill>
                  <a:srgbClr val="2176E8"/>
                </a:solidFill>
              </a:defRPr>
            </a:lvl1pPr>
            <a:lvl2pPr algn="l">
              <a:defRPr sz="1350" b="1" i="0">
                <a:solidFill>
                  <a:srgbClr val="2176E8"/>
                </a:solidFill>
              </a:defRPr>
            </a:lvl2pPr>
            <a:lvl3pPr algn="l">
              <a:defRPr sz="1350" b="1" i="0">
                <a:solidFill>
                  <a:srgbClr val="2176E8"/>
                </a:solidFill>
              </a:defRPr>
            </a:lvl3pPr>
            <a:lvl4pPr algn="l">
              <a:defRPr sz="1350" b="1" i="0">
                <a:solidFill>
                  <a:srgbClr val="2176E8"/>
                </a:solidFill>
              </a:defRPr>
            </a:lvl4pPr>
            <a:lvl5pPr algn="l">
              <a:defRPr sz="1350" b="1" i="0">
                <a:solidFill>
                  <a:srgbClr val="2176E8"/>
                </a:solidFill>
              </a:defRPr>
            </a:lvl5pPr>
            <a:lvl6pPr algn="l">
              <a:defRPr sz="1350" b="1" i="0">
                <a:solidFill>
                  <a:srgbClr val="2176E8"/>
                </a:solidFill>
              </a:defRPr>
            </a:lvl6pPr>
            <a:lvl7pPr algn="l">
              <a:defRPr sz="1350" b="1" i="0">
                <a:solidFill>
                  <a:srgbClr val="2176E8"/>
                </a:solidFill>
              </a:defRPr>
            </a:lvl7pPr>
            <a:lvl8pPr algn="l">
              <a:defRPr sz="1350" b="1" i="0">
                <a:solidFill>
                  <a:srgbClr val="2176E8"/>
                </a:solidFill>
              </a:defRPr>
            </a:lvl8pPr>
            <a:lvl9pPr algn="l">
              <a:defRPr sz="1350" b="1" i="0">
                <a:solidFill>
                  <a:srgbClr val="2176E8"/>
                </a:solidFill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2176E8"/>
                </a:solidFill>
              </a:defRPr>
            </a:pPr>
            <a:r>
              <a:rPr sz="1350" b="1" i="0">
                <a:solidFill>
                  <a:srgbClr val="2176E8"/>
                </a:solidFill>
              </a:rPr>
              <a:t>A correção humana permanece disponível mesmo quando a API externa está sem créditos.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4E8E18-828F-4485-A959-617AA6AD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EF784A-8EAD-44BE-BC16-C035EA2A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94A3B8"/>
                </a:solidFill>
              </a:defRPr>
            </a:defPPr>
            <a:lvl1pPr algn="l">
              <a:defRPr sz="750" b="0" i="0">
                <a:solidFill>
                  <a:srgbClr val="94A3B8"/>
                </a:solidFill>
              </a:defRPr>
            </a:lvl1pPr>
            <a:lvl2pPr algn="l">
              <a:defRPr sz="750" b="0" i="0">
                <a:solidFill>
                  <a:srgbClr val="94A3B8"/>
                </a:solidFill>
              </a:defRPr>
            </a:lvl2pPr>
            <a:lvl3pPr algn="l">
              <a:defRPr sz="750" b="0" i="0">
                <a:solidFill>
                  <a:srgbClr val="94A3B8"/>
                </a:solidFill>
              </a:defRPr>
            </a:lvl3pPr>
            <a:lvl4pPr algn="l">
              <a:defRPr sz="750" b="0" i="0">
                <a:solidFill>
                  <a:srgbClr val="94A3B8"/>
                </a:solidFill>
              </a:defRPr>
            </a:lvl4pPr>
            <a:lvl5pPr algn="l">
              <a:defRPr sz="750" b="0" i="0">
                <a:solidFill>
                  <a:srgbClr val="94A3B8"/>
                </a:solidFill>
              </a:defRPr>
            </a:lvl5pPr>
            <a:lvl6pPr algn="l">
              <a:defRPr sz="750" b="0" i="0">
                <a:solidFill>
                  <a:srgbClr val="94A3B8"/>
                </a:solidFill>
              </a:defRPr>
            </a:lvl6pPr>
            <a:lvl7pPr algn="l">
              <a:defRPr sz="750" b="0" i="0">
                <a:solidFill>
                  <a:srgbClr val="94A3B8"/>
                </a:solidFill>
              </a:defRPr>
            </a:lvl7pPr>
            <a:lvl8pPr algn="l">
              <a:defRPr sz="750" b="0" i="0">
                <a:solidFill>
                  <a:srgbClr val="94A3B8"/>
                </a:solidFill>
              </a:defRPr>
            </a:lvl8pPr>
            <a:lvl9pPr algn="l">
              <a:defRPr sz="750" b="0" i="0">
                <a:solidFill>
                  <a:srgbClr val="94A3B8"/>
                </a:solidFill>
              </a:defRPr>
            </a:lvl9pPr>
          </a:lstStyle>
          <a:p xmlns:a="http://schemas.openxmlformats.org/drawingml/2006/main">
            <a:pPr algn="l">
              <a:defRPr sz="750" b="0" i="0">
                <a:solidFill>
                  <a:srgbClr val="94A3B8"/>
                </a:solidFill>
              </a:defRPr>
            </a:pPr>
            <a:r>
              <a:rPr sz="750" b="0" i="0">
                <a:solidFill>
                  <a:srgbClr val="94A3B8"/>
                </a:solidFill>
              </a:rPr>
              <a:t>Projeto de Software  |  2026</a:t>
            </a:r>
          </a:p>
        </p:txBody>
      </p:sp>
    </p:spTree>
    <p:extLst>
      <p:ext uri="{BB962C8B-B14F-4D97-AF65-F5344CB8AC3E}">
        <p14:creationId xmlns:p14="http://schemas.microsoft.com/office/powerpoint/2010/main" val="18609127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3E117E-8A6E-473F-89EF-1691C0FD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66A8FF"/>
                </a:solidFill>
              </a:defRPr>
            </a:defPPr>
            <a:lvl1pPr algn="l">
              <a:defRPr sz="975" b="1" i="0">
                <a:solidFill>
                  <a:srgbClr val="66A8FF"/>
                </a:solidFill>
              </a:defRPr>
            </a:lvl1pPr>
            <a:lvl2pPr algn="l">
              <a:defRPr sz="975" b="1" i="0">
                <a:solidFill>
                  <a:srgbClr val="66A8FF"/>
                </a:solidFill>
              </a:defRPr>
            </a:lvl2pPr>
            <a:lvl3pPr algn="l">
              <a:defRPr sz="975" b="1" i="0">
                <a:solidFill>
                  <a:srgbClr val="66A8FF"/>
                </a:solidFill>
              </a:defRPr>
            </a:lvl3pPr>
            <a:lvl4pPr algn="l">
              <a:defRPr sz="975" b="1" i="0">
                <a:solidFill>
                  <a:srgbClr val="66A8FF"/>
                </a:solidFill>
              </a:defRPr>
            </a:lvl4pPr>
            <a:lvl5pPr algn="l">
              <a:defRPr sz="975" b="1" i="0">
                <a:solidFill>
                  <a:srgbClr val="66A8FF"/>
                </a:solidFill>
              </a:defRPr>
            </a:lvl5pPr>
            <a:lvl6pPr algn="l">
              <a:defRPr sz="975" b="1" i="0">
                <a:solidFill>
                  <a:srgbClr val="66A8FF"/>
                </a:solidFill>
              </a:defRPr>
            </a:lvl6pPr>
            <a:lvl7pPr algn="l">
              <a:defRPr sz="975" b="1" i="0">
                <a:solidFill>
                  <a:srgbClr val="66A8FF"/>
                </a:solidFill>
              </a:defRPr>
            </a:lvl7pPr>
            <a:lvl8pPr algn="l">
              <a:defRPr sz="975" b="1" i="0">
                <a:solidFill>
                  <a:srgbClr val="66A8FF"/>
                </a:solidFill>
              </a:defRPr>
            </a:lvl8pPr>
            <a:lvl9pPr algn="l">
              <a:defRPr sz="975" b="1" i="0">
                <a:solidFill>
                  <a:srgbClr val="66A8FF"/>
                </a:solidFill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66A8FF"/>
                </a:solidFill>
              </a:defRPr>
            </a:pPr>
            <a:r>
              <a:rPr sz="975" b="1" i="0">
                <a:solidFill>
                  <a:srgbClr val="66A8FF"/>
                </a:solidFill>
              </a:rPr>
              <a:t>ECOSSISTEMA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3E94D4-094F-45BC-9350-B4AA9E8E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 i="0">
                <a:solidFill>
                  <a:srgbClr val="FFFFFF"/>
                </a:solidFill>
              </a:defRPr>
            </a:defPPr>
            <a:lvl1pPr algn="l">
              <a:defRPr sz="2550" b="1" i="0">
                <a:solidFill>
                  <a:srgbClr val="FFFFFF"/>
                </a:solidFill>
              </a:defRPr>
            </a:lvl1pPr>
            <a:lvl2pPr algn="l">
              <a:defRPr sz="2550" b="1" i="0">
                <a:solidFill>
                  <a:srgbClr val="FFFFFF"/>
                </a:solidFill>
              </a:defRPr>
            </a:lvl2pPr>
            <a:lvl3pPr algn="l">
              <a:defRPr sz="2550" b="1" i="0">
                <a:solidFill>
                  <a:srgbClr val="FFFFFF"/>
                </a:solidFill>
              </a:defRPr>
            </a:lvl3pPr>
            <a:lvl4pPr algn="l">
              <a:defRPr sz="2550" b="1" i="0">
                <a:solidFill>
                  <a:srgbClr val="FFFFFF"/>
                </a:solidFill>
              </a:defRPr>
            </a:lvl4pPr>
            <a:lvl5pPr algn="l">
              <a:defRPr sz="2550" b="1" i="0">
                <a:solidFill>
                  <a:srgbClr val="FFFFFF"/>
                </a:solidFill>
              </a:defRPr>
            </a:lvl5pPr>
            <a:lvl6pPr algn="l">
              <a:defRPr sz="2550" b="1" i="0">
                <a:solidFill>
                  <a:srgbClr val="FFFFFF"/>
                </a:solidFill>
              </a:defRPr>
            </a:lvl6pPr>
            <a:lvl7pPr algn="l">
              <a:defRPr sz="2550" b="1" i="0">
                <a:solidFill>
                  <a:srgbClr val="FFFFFF"/>
                </a:solidFill>
              </a:defRPr>
            </a:lvl7pPr>
            <a:lvl8pPr algn="l">
              <a:defRPr sz="2550" b="1" i="0">
                <a:solidFill>
                  <a:srgbClr val="FFFFFF"/>
                </a:solidFill>
              </a:defRPr>
            </a:lvl8pPr>
            <a:lvl9pPr algn="l">
              <a:defRPr sz="255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Área do professor e apoio humano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95170-F429-475B-ADDC-0AB33128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75" b="1" i="0">
                <a:solidFill>
                  <a:srgbClr val="8BA0BC"/>
                </a:solidFill>
              </a:defRPr>
            </a:defPPr>
            <a:lvl1pPr algn="r">
              <a:defRPr sz="975" b="1" i="0">
                <a:solidFill>
                  <a:srgbClr val="8BA0BC"/>
                </a:solidFill>
              </a:defRPr>
            </a:lvl1pPr>
            <a:lvl2pPr algn="r">
              <a:defRPr sz="975" b="1" i="0">
                <a:solidFill>
                  <a:srgbClr val="8BA0BC"/>
                </a:solidFill>
              </a:defRPr>
            </a:lvl2pPr>
            <a:lvl3pPr algn="r">
              <a:defRPr sz="975" b="1" i="0">
                <a:solidFill>
                  <a:srgbClr val="8BA0BC"/>
                </a:solidFill>
              </a:defRPr>
            </a:lvl3pPr>
            <a:lvl4pPr algn="r">
              <a:defRPr sz="975" b="1" i="0">
                <a:solidFill>
                  <a:srgbClr val="8BA0BC"/>
                </a:solidFill>
              </a:defRPr>
            </a:lvl4pPr>
            <a:lvl5pPr algn="r">
              <a:defRPr sz="975" b="1" i="0">
                <a:solidFill>
                  <a:srgbClr val="8BA0BC"/>
                </a:solidFill>
              </a:defRPr>
            </a:lvl5pPr>
            <a:lvl6pPr algn="r">
              <a:defRPr sz="975" b="1" i="0">
                <a:solidFill>
                  <a:srgbClr val="8BA0BC"/>
                </a:solidFill>
              </a:defRPr>
            </a:lvl6pPr>
            <a:lvl7pPr algn="r">
              <a:defRPr sz="975" b="1" i="0">
                <a:solidFill>
                  <a:srgbClr val="8BA0BC"/>
                </a:solidFill>
              </a:defRPr>
            </a:lvl7pPr>
            <a:lvl8pPr algn="r">
              <a:defRPr sz="975" b="1" i="0">
                <a:solidFill>
                  <a:srgbClr val="8BA0BC"/>
                </a:solidFill>
              </a:defRPr>
            </a:lvl8pPr>
            <a:lvl9pPr algn="r">
              <a:defRPr sz="975" b="1" i="0">
                <a:solidFill>
                  <a:srgbClr val="8BA0BC"/>
                </a:solidFill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8BA0BC"/>
                </a:solidFill>
              </a:defRPr>
            </a:pPr>
            <a:r>
              <a:rPr sz="975" b="1" i="0">
                <a:solidFill>
                  <a:srgbClr val="8BA0BC"/>
                </a:solidFill>
              </a:rPr>
              <a:t>08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74A8C5-B632-4000-84A2-AA3EA7A996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aa9c2e68bb488f"/>
          <a:stretch xmlns:a="http://schemas.openxmlformats.org/drawingml/2006/main"/>
        </p:blipFill>
        <p:spPr>
          <a:xfrm xmlns:a="http://schemas.openxmlformats.org/drawingml/2006/main">
            <a:off x="5510837" y="1695450"/>
            <a:ext cx="5437525" cy="3686175"/>
          </a:xfrm>
          <a:prstGeom xmlns:a="http://schemas.openxmlformats.org/drawingml/2006/main" prst="roundRect">
            <a:avLst>
              <a:gd name="adj" fmla="val 310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686CCD-FBCC-4262-9E8A-20C062D0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FFFFFF"/>
                </a:solidFill>
              </a:defRPr>
            </a:defPPr>
            <a:lvl1pPr algn="l">
              <a:defRPr sz="1725" b="1" i="0">
                <a:solidFill>
                  <a:srgbClr val="FFFFFF"/>
                </a:solidFill>
              </a:defRPr>
            </a:lvl1pPr>
            <a:lvl2pPr algn="l">
              <a:defRPr sz="1725" b="1" i="0">
                <a:solidFill>
                  <a:srgbClr val="FFFFFF"/>
                </a:solidFill>
              </a:defRPr>
            </a:lvl2pPr>
            <a:lvl3pPr algn="l">
              <a:defRPr sz="1725" b="1" i="0">
                <a:solidFill>
                  <a:srgbClr val="FFFFFF"/>
                </a:solidFill>
              </a:defRPr>
            </a:lvl3pPr>
            <a:lvl4pPr algn="l">
              <a:defRPr sz="1725" b="1" i="0">
                <a:solidFill>
                  <a:srgbClr val="FFFFFF"/>
                </a:solidFill>
              </a:defRPr>
            </a:lvl4pPr>
            <a:lvl5pPr algn="l">
              <a:defRPr sz="1725" b="1" i="0">
                <a:solidFill>
                  <a:srgbClr val="FFFFFF"/>
                </a:solidFill>
              </a:defRPr>
            </a:lvl5pPr>
            <a:lvl6pPr algn="l">
              <a:defRPr sz="1725" b="1" i="0">
                <a:solidFill>
                  <a:srgbClr val="FFFFFF"/>
                </a:solidFill>
              </a:defRPr>
            </a:lvl6pPr>
            <a:lvl7pPr algn="l">
              <a:defRPr sz="1725" b="1" i="0">
                <a:solidFill>
                  <a:srgbClr val="FFFFFF"/>
                </a:solidFill>
              </a:defRPr>
            </a:lvl7pPr>
            <a:lvl8pPr algn="l">
              <a:defRPr sz="1725" b="1" i="0">
                <a:solidFill>
                  <a:srgbClr val="FFFFFF"/>
                </a:solidFill>
              </a:defRPr>
            </a:lvl8pPr>
            <a:lvl9pPr algn="l">
              <a:defRPr sz="1725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Professores parceiros podem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CCEBD1-6A54-434D-B973-B77ACD0D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714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 i="0">
                <a:solidFill>
                  <a:srgbClr val="C7D5E8"/>
                </a:solidFill>
              </a:defRPr>
            </a:defPPr>
            <a:lvl1pPr algn="l">
              <a:defRPr sz="1500" b="0" i="0">
                <a:solidFill>
                  <a:srgbClr val="C7D5E8"/>
                </a:solidFill>
              </a:defRPr>
            </a:lvl1pPr>
            <a:lvl2pPr algn="l">
              <a:defRPr sz="1500" b="0" i="0">
                <a:solidFill>
                  <a:srgbClr val="C7D5E8"/>
                </a:solidFill>
              </a:defRPr>
            </a:lvl2pPr>
            <a:lvl3pPr algn="l">
              <a:defRPr sz="1500" b="0" i="0">
                <a:solidFill>
                  <a:srgbClr val="C7D5E8"/>
                </a:solidFill>
              </a:defRPr>
            </a:lvl3pPr>
            <a:lvl4pPr algn="l">
              <a:defRPr sz="1500" b="0" i="0">
                <a:solidFill>
                  <a:srgbClr val="C7D5E8"/>
                </a:solidFill>
              </a:defRPr>
            </a:lvl4pPr>
            <a:lvl5pPr algn="l">
              <a:defRPr sz="1500" b="0" i="0">
                <a:solidFill>
                  <a:srgbClr val="C7D5E8"/>
                </a:solidFill>
              </a:defRPr>
            </a:lvl5pPr>
            <a:lvl6pPr algn="l">
              <a:defRPr sz="1500" b="0" i="0">
                <a:solidFill>
                  <a:srgbClr val="C7D5E8"/>
                </a:solidFill>
              </a:defRPr>
            </a:lvl6pPr>
            <a:lvl7pPr algn="l">
              <a:defRPr sz="1500" b="0" i="0">
                <a:solidFill>
                  <a:srgbClr val="C7D5E8"/>
                </a:solidFill>
              </a:defRPr>
            </a:lvl7pPr>
            <a:lvl8pPr algn="l">
              <a:defRPr sz="1500" b="0" i="0">
                <a:solidFill>
                  <a:srgbClr val="C7D5E8"/>
                </a:solidFill>
              </a:defRPr>
            </a:lvl8pPr>
            <a:lvl9pPr algn="l">
              <a:defRPr sz="1500" b="0" i="0">
                <a:solidFill>
                  <a:srgbClr val="C7D5E8"/>
                </a:solidFill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C7D5E8"/>
                </a:solidFill>
              </a:defRPr>
            </a:pPr>
            <a:r>
              <a:rPr sz="1500" b="0" i="0">
                <a:solidFill>
                  <a:srgbClr val="C7D5E8"/>
                </a:solidFill>
              </a:rPr>
              <a:t>• receber alunos interessados</a:t>
            </a:r>
          </a:p>
          <a:p xmlns:a="http://schemas.openxmlformats.org/drawingml/2006/main">
            <a:pPr algn="l">
              <a:defRPr sz="1500" b="0" i="0">
                <a:solidFill>
                  <a:srgbClr val="C7D5E8"/>
                </a:solidFill>
              </a:defRPr>
            </a:pPr>
            <a:r>
              <a:rPr sz="1500" b="0" i="0">
                <a:solidFill>
                  <a:srgbClr val="C7D5E8"/>
                </a:solidFill>
              </a:rPr>
              <a:t>• responder solicitações por e-mail</a:t>
            </a:r>
          </a:p>
          <a:p xmlns:a="http://schemas.openxmlformats.org/drawingml/2006/main">
            <a:pPr algn="l">
              <a:defRPr sz="1500" b="0" i="0">
                <a:solidFill>
                  <a:srgbClr val="C7D5E8"/>
                </a:solidFill>
              </a:defRPr>
            </a:pPr>
            <a:r>
              <a:rPr sz="1500" b="0" i="0">
                <a:solidFill>
                  <a:srgbClr val="C7D5E8"/>
                </a:solidFill>
              </a:rPr>
              <a:t>• acompanhar o próprio perfil</a:t>
            </a:r>
          </a:p>
          <a:p xmlns:a="http://schemas.openxmlformats.org/drawingml/2006/main">
            <a:pPr algn="l">
              <a:defRPr sz="1500" b="0" i="0">
                <a:solidFill>
                  <a:srgbClr val="C7D5E8"/>
                </a:solidFill>
              </a:defRPr>
            </a:pPr>
            <a:r>
              <a:rPr sz="1500" b="0" i="0">
                <a:solidFill>
                  <a:srgbClr val="C7D5E8"/>
                </a:solidFill>
              </a:rPr>
              <a:t>• corrigir redações encaminhadas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A8C383-90FD-4717-ADBB-667A2D53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3714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66A8FF"/>
                </a:solidFill>
              </a:defRPr>
            </a:defPPr>
            <a:lvl1pPr algn="l">
              <a:defRPr sz="1350" b="1" i="0">
                <a:solidFill>
                  <a:srgbClr val="66A8FF"/>
                </a:solidFill>
              </a:defRPr>
            </a:lvl1pPr>
            <a:lvl2pPr algn="l">
              <a:defRPr sz="1350" b="1" i="0">
                <a:solidFill>
                  <a:srgbClr val="66A8FF"/>
                </a:solidFill>
              </a:defRPr>
            </a:lvl2pPr>
            <a:lvl3pPr algn="l">
              <a:defRPr sz="1350" b="1" i="0">
                <a:solidFill>
                  <a:srgbClr val="66A8FF"/>
                </a:solidFill>
              </a:defRPr>
            </a:lvl3pPr>
            <a:lvl4pPr algn="l">
              <a:defRPr sz="1350" b="1" i="0">
                <a:solidFill>
                  <a:srgbClr val="66A8FF"/>
                </a:solidFill>
              </a:defRPr>
            </a:lvl4pPr>
            <a:lvl5pPr algn="l">
              <a:defRPr sz="1350" b="1" i="0">
                <a:solidFill>
                  <a:srgbClr val="66A8FF"/>
                </a:solidFill>
              </a:defRPr>
            </a:lvl5pPr>
            <a:lvl6pPr algn="l">
              <a:defRPr sz="1350" b="1" i="0">
                <a:solidFill>
                  <a:srgbClr val="66A8FF"/>
                </a:solidFill>
              </a:defRPr>
            </a:lvl6pPr>
            <a:lvl7pPr algn="l">
              <a:defRPr sz="1350" b="1" i="0">
                <a:solidFill>
                  <a:srgbClr val="66A8FF"/>
                </a:solidFill>
              </a:defRPr>
            </a:lvl7pPr>
            <a:lvl8pPr algn="l">
              <a:defRPr sz="1350" b="1" i="0">
                <a:solidFill>
                  <a:srgbClr val="66A8FF"/>
                </a:solidFill>
              </a:defRPr>
            </a:lvl8pPr>
            <a:lvl9pPr algn="l">
              <a:defRPr sz="1350" b="1" i="0">
                <a:solidFill>
                  <a:srgbClr val="66A8FF"/>
                </a:solidFill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66A8FF"/>
                </a:solidFill>
              </a:defRPr>
            </a:pPr>
            <a:r>
              <a:rPr sz="1350" b="1" i="0">
                <a:solidFill>
                  <a:srgbClr val="66A8FF"/>
                </a:solidFill>
              </a:rPr>
              <a:t>O contato só aparece depois que o aluno compartilha voluntariamente nome, e-mail e mensagem com o professor escolhido.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C2166E-1F83-48B4-B201-B2B88E15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F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C7B132-2400-4653-B6B9-19FE9F5E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8BA0BC"/>
                </a:solidFill>
              </a:defRPr>
            </a:defPPr>
            <a:lvl1pPr algn="l">
              <a:defRPr sz="750" b="0" i="0">
                <a:solidFill>
                  <a:srgbClr val="8BA0BC"/>
                </a:solidFill>
              </a:defRPr>
            </a:lvl1pPr>
            <a:lvl2pPr algn="l">
              <a:defRPr sz="750" b="0" i="0">
                <a:solidFill>
                  <a:srgbClr val="8BA0BC"/>
                </a:solidFill>
              </a:defRPr>
            </a:lvl2pPr>
            <a:lvl3pPr algn="l">
              <a:defRPr sz="750" b="0" i="0">
                <a:solidFill>
                  <a:srgbClr val="8BA0BC"/>
                </a:solidFill>
              </a:defRPr>
            </a:lvl3pPr>
            <a:lvl4pPr algn="l">
              <a:defRPr sz="750" b="0" i="0">
                <a:solidFill>
                  <a:srgbClr val="8BA0BC"/>
                </a:solidFill>
              </a:defRPr>
            </a:lvl4pPr>
            <a:lvl5pPr algn="l">
              <a:defRPr sz="750" b="0" i="0">
                <a:solidFill>
                  <a:srgbClr val="8BA0BC"/>
                </a:solidFill>
              </a:defRPr>
            </a:lvl5pPr>
            <a:lvl6pPr algn="l">
              <a:defRPr sz="750" b="0" i="0">
                <a:solidFill>
                  <a:srgbClr val="8BA0BC"/>
                </a:solidFill>
              </a:defRPr>
            </a:lvl6pPr>
            <a:lvl7pPr algn="l">
              <a:defRPr sz="750" b="0" i="0">
                <a:solidFill>
                  <a:srgbClr val="8BA0BC"/>
                </a:solidFill>
              </a:defRPr>
            </a:lvl7pPr>
            <a:lvl8pPr algn="l">
              <a:defRPr sz="750" b="0" i="0">
                <a:solidFill>
                  <a:srgbClr val="8BA0BC"/>
                </a:solidFill>
              </a:defRPr>
            </a:lvl8pPr>
            <a:lvl9pPr algn="l">
              <a:defRPr sz="750" b="0" i="0">
                <a:solidFill>
                  <a:srgbClr val="8BA0BC"/>
                </a:solidFill>
              </a:defRPr>
            </a:lvl9pPr>
          </a:lstStyle>
          <a:p xmlns:a="http://schemas.openxmlformats.org/drawingml/2006/main">
            <a:pPr algn="l">
              <a:defRPr sz="750" b="0" i="0">
                <a:solidFill>
                  <a:srgbClr val="8BA0BC"/>
                </a:solidFill>
              </a:defRPr>
            </a:pPr>
            <a:r>
              <a:rPr sz="750" b="0" i="0">
                <a:solidFill>
                  <a:srgbClr val="8BA0BC"/>
                </a:solidFill>
              </a:rPr>
              <a:t>Consentimento e privacidade fazem parte do fluxo</a:t>
            </a:r>
          </a:p>
        </p:txBody>
      </p:sp>
    </p:spTree>
    <p:extLst>
      <p:ext uri="{BB962C8B-B14F-4D97-AF65-F5344CB8AC3E}">
        <p14:creationId xmlns:p14="http://schemas.microsoft.com/office/powerpoint/2010/main" val="15889225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6B25D4-CCAD-4114-B6EE-FCE5D28E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2176E8"/>
                </a:solidFill>
              </a:defRPr>
            </a:defPPr>
            <a:lvl1pPr algn="l">
              <a:defRPr sz="975" b="1" i="0">
                <a:solidFill>
                  <a:srgbClr val="2176E8"/>
                </a:solidFill>
              </a:defRPr>
            </a:lvl1pPr>
            <a:lvl2pPr algn="l">
              <a:defRPr sz="975" b="1" i="0">
                <a:solidFill>
                  <a:srgbClr val="2176E8"/>
                </a:solidFill>
              </a:defRPr>
            </a:lvl2pPr>
            <a:lvl3pPr algn="l">
              <a:defRPr sz="975" b="1" i="0">
                <a:solidFill>
                  <a:srgbClr val="2176E8"/>
                </a:solidFill>
              </a:defRPr>
            </a:lvl3pPr>
            <a:lvl4pPr algn="l">
              <a:defRPr sz="975" b="1" i="0">
                <a:solidFill>
                  <a:srgbClr val="2176E8"/>
                </a:solidFill>
              </a:defRPr>
            </a:lvl4pPr>
            <a:lvl5pPr algn="l">
              <a:defRPr sz="975" b="1" i="0">
                <a:solidFill>
                  <a:srgbClr val="2176E8"/>
                </a:solidFill>
              </a:defRPr>
            </a:lvl5pPr>
            <a:lvl6pPr algn="l">
              <a:defRPr sz="975" b="1" i="0">
                <a:solidFill>
                  <a:srgbClr val="2176E8"/>
                </a:solidFill>
              </a:defRPr>
            </a:lvl6pPr>
            <a:lvl7pPr algn="l">
              <a:defRPr sz="975" b="1" i="0">
                <a:solidFill>
                  <a:srgbClr val="2176E8"/>
                </a:solidFill>
              </a:defRPr>
            </a:lvl7pPr>
            <a:lvl8pPr algn="l">
              <a:defRPr sz="975" b="1" i="0">
                <a:solidFill>
                  <a:srgbClr val="2176E8"/>
                </a:solidFill>
              </a:defRPr>
            </a:lvl8pPr>
            <a:lvl9pPr algn="l">
              <a:defRPr sz="975" b="1" i="0">
                <a:solidFill>
                  <a:srgbClr val="2176E8"/>
                </a:solidFill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2176E8"/>
                </a:solidFill>
              </a:defRPr>
            </a:pPr>
            <a:r>
              <a:rPr sz="975" b="1" i="0">
                <a:solidFill>
                  <a:srgbClr val="2176E8"/>
                </a:solidFill>
              </a:rPr>
              <a:t>IMPLEMENTAÇÃO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E3DE4-B534-4858-A3FC-DFF66FBA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 i="0">
                <a:solidFill>
                  <a:srgbClr val="0B172A"/>
                </a:solidFill>
              </a:defRPr>
            </a:defPPr>
            <a:lvl1pPr algn="l">
              <a:defRPr sz="2550" b="1" i="0">
                <a:solidFill>
                  <a:srgbClr val="0B172A"/>
                </a:solidFill>
              </a:defRPr>
            </a:lvl1pPr>
            <a:lvl2pPr algn="l">
              <a:defRPr sz="2550" b="1" i="0">
                <a:solidFill>
                  <a:srgbClr val="0B172A"/>
                </a:solidFill>
              </a:defRPr>
            </a:lvl2pPr>
            <a:lvl3pPr algn="l">
              <a:defRPr sz="2550" b="1" i="0">
                <a:solidFill>
                  <a:srgbClr val="0B172A"/>
                </a:solidFill>
              </a:defRPr>
            </a:lvl3pPr>
            <a:lvl4pPr algn="l">
              <a:defRPr sz="2550" b="1" i="0">
                <a:solidFill>
                  <a:srgbClr val="0B172A"/>
                </a:solidFill>
              </a:defRPr>
            </a:lvl4pPr>
            <a:lvl5pPr algn="l">
              <a:defRPr sz="2550" b="1" i="0">
                <a:solidFill>
                  <a:srgbClr val="0B172A"/>
                </a:solidFill>
              </a:defRPr>
            </a:lvl5pPr>
            <a:lvl6pPr algn="l">
              <a:defRPr sz="2550" b="1" i="0">
                <a:solidFill>
                  <a:srgbClr val="0B172A"/>
                </a:solidFill>
              </a:defRPr>
            </a:lvl6pPr>
            <a:lvl7pPr algn="l">
              <a:defRPr sz="2550" b="1" i="0">
                <a:solidFill>
                  <a:srgbClr val="0B172A"/>
                </a:solidFill>
              </a:defRPr>
            </a:lvl7pPr>
            <a:lvl8pPr algn="l">
              <a:defRPr sz="2550" b="1" i="0">
                <a:solidFill>
                  <a:srgbClr val="0B172A"/>
                </a:solidFill>
              </a:defRPr>
            </a:lvl8pPr>
            <a:lvl9pPr algn="l">
              <a:defRPr sz="2550" b="1" i="0">
                <a:solidFill>
                  <a:srgbClr val="0B172A"/>
                </a:solidFill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0B172A"/>
                </a:solidFill>
              </a:defRPr>
            </a:pPr>
            <a:r>
              <a:rPr sz="2550" b="1" i="0">
                <a:solidFill>
                  <a:srgbClr val="0B172A"/>
                </a:solidFill>
              </a:rPr>
              <a:t>Arquitetura cliente-servidor e API em camadas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138BBC-1909-488E-9E3E-F88E62D3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75" b="1" i="0">
                <a:solidFill>
                  <a:srgbClr val="94A3B8"/>
                </a:solidFill>
              </a:defRPr>
            </a:defPPr>
            <a:lvl1pPr algn="r">
              <a:defRPr sz="975" b="1" i="0">
                <a:solidFill>
                  <a:srgbClr val="94A3B8"/>
                </a:solidFill>
              </a:defRPr>
            </a:lvl1pPr>
            <a:lvl2pPr algn="r">
              <a:defRPr sz="975" b="1" i="0">
                <a:solidFill>
                  <a:srgbClr val="94A3B8"/>
                </a:solidFill>
              </a:defRPr>
            </a:lvl2pPr>
            <a:lvl3pPr algn="r">
              <a:defRPr sz="975" b="1" i="0">
                <a:solidFill>
                  <a:srgbClr val="94A3B8"/>
                </a:solidFill>
              </a:defRPr>
            </a:lvl3pPr>
            <a:lvl4pPr algn="r">
              <a:defRPr sz="975" b="1" i="0">
                <a:solidFill>
                  <a:srgbClr val="94A3B8"/>
                </a:solidFill>
              </a:defRPr>
            </a:lvl4pPr>
            <a:lvl5pPr algn="r">
              <a:defRPr sz="975" b="1" i="0">
                <a:solidFill>
                  <a:srgbClr val="94A3B8"/>
                </a:solidFill>
              </a:defRPr>
            </a:lvl5pPr>
            <a:lvl6pPr algn="r">
              <a:defRPr sz="975" b="1" i="0">
                <a:solidFill>
                  <a:srgbClr val="94A3B8"/>
                </a:solidFill>
              </a:defRPr>
            </a:lvl6pPr>
            <a:lvl7pPr algn="r">
              <a:defRPr sz="975" b="1" i="0">
                <a:solidFill>
                  <a:srgbClr val="94A3B8"/>
                </a:solidFill>
              </a:defRPr>
            </a:lvl7pPr>
            <a:lvl8pPr algn="r">
              <a:defRPr sz="975" b="1" i="0">
                <a:solidFill>
                  <a:srgbClr val="94A3B8"/>
                </a:solidFill>
              </a:defRPr>
            </a:lvl8pPr>
            <a:lvl9pPr algn="r">
              <a:defRPr sz="975" b="1" i="0">
                <a:solidFill>
                  <a:srgbClr val="94A3B8"/>
                </a:solidFill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94A3B8"/>
                </a:solidFill>
              </a:defRPr>
            </a:pPr>
            <a:r>
              <a:rPr sz="975" b="1" i="0">
                <a:solidFill>
                  <a:srgbClr val="94A3B8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5A8D64-1720-4F7B-A86F-139B0E54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000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7CC161-1456-4DE7-AAA3-C10CD0D8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000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20B3E3-BEBC-4BBE-9F1B-FA606EB4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0B172A"/>
                </a:solidFill>
              </a:defRPr>
            </a:defPPr>
            <a:lvl1pPr algn="l">
              <a:defRPr sz="1425" b="1" i="0">
                <a:solidFill>
                  <a:srgbClr val="0B172A"/>
                </a:solidFill>
              </a:defRPr>
            </a:lvl1pPr>
            <a:lvl2pPr algn="l">
              <a:defRPr sz="1425" b="1" i="0">
                <a:solidFill>
                  <a:srgbClr val="0B172A"/>
                </a:solidFill>
              </a:defRPr>
            </a:lvl2pPr>
            <a:lvl3pPr algn="l">
              <a:defRPr sz="1425" b="1" i="0">
                <a:solidFill>
                  <a:srgbClr val="0B172A"/>
                </a:solidFill>
              </a:defRPr>
            </a:lvl3pPr>
            <a:lvl4pPr algn="l">
              <a:defRPr sz="1425" b="1" i="0">
                <a:solidFill>
                  <a:srgbClr val="0B172A"/>
                </a:solidFill>
              </a:defRPr>
            </a:lvl4pPr>
            <a:lvl5pPr algn="l">
              <a:defRPr sz="1425" b="1" i="0">
                <a:solidFill>
                  <a:srgbClr val="0B172A"/>
                </a:solidFill>
              </a:defRPr>
            </a:lvl5pPr>
            <a:lvl6pPr algn="l">
              <a:defRPr sz="1425" b="1" i="0">
                <a:solidFill>
                  <a:srgbClr val="0B172A"/>
                </a:solidFill>
              </a:defRPr>
            </a:lvl6pPr>
            <a:lvl7pPr algn="l">
              <a:defRPr sz="1425" b="1" i="0">
                <a:solidFill>
                  <a:srgbClr val="0B172A"/>
                </a:solidFill>
              </a:defRPr>
            </a:lvl7pPr>
            <a:lvl8pPr algn="l">
              <a:defRPr sz="1425" b="1" i="0">
                <a:solidFill>
                  <a:srgbClr val="0B172A"/>
                </a:solidFill>
              </a:defRPr>
            </a:lvl8pPr>
            <a:lvl9pPr algn="l">
              <a:defRPr sz="1425" b="1" i="0">
                <a:solidFill>
                  <a:srgbClr val="0B172A"/>
                </a:solidFill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0B172A"/>
                </a:solidFill>
              </a:defRPr>
            </a:pPr>
            <a:r>
              <a:rPr sz="1425" b="1" i="0">
                <a:solidFill>
                  <a:srgbClr val="0B172A"/>
                </a:solidFill>
              </a:rPr>
              <a:t>Frontend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BFE347-91E2-44BB-B0DB-5DE35C52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657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64748B"/>
                </a:solidFill>
              </a:defRPr>
            </a:defPPr>
            <a:lvl1pPr algn="l">
              <a:defRPr sz="1125" b="0" i="0">
                <a:solidFill>
                  <a:srgbClr val="64748B"/>
                </a:solidFill>
              </a:defRPr>
            </a:lvl1pPr>
            <a:lvl2pPr algn="l">
              <a:defRPr sz="1125" b="0" i="0">
                <a:solidFill>
                  <a:srgbClr val="64748B"/>
                </a:solidFill>
              </a:defRPr>
            </a:lvl2pPr>
            <a:lvl3pPr algn="l">
              <a:defRPr sz="1125" b="0" i="0">
                <a:solidFill>
                  <a:srgbClr val="64748B"/>
                </a:solidFill>
              </a:defRPr>
            </a:lvl3pPr>
            <a:lvl4pPr algn="l">
              <a:defRPr sz="1125" b="0" i="0">
                <a:solidFill>
                  <a:srgbClr val="64748B"/>
                </a:solidFill>
              </a:defRPr>
            </a:lvl4pPr>
            <a:lvl5pPr algn="l">
              <a:defRPr sz="1125" b="0" i="0">
                <a:solidFill>
                  <a:srgbClr val="64748B"/>
                </a:solidFill>
              </a:defRPr>
            </a:lvl5pPr>
            <a:lvl6pPr algn="l">
              <a:defRPr sz="1125" b="0" i="0">
                <a:solidFill>
                  <a:srgbClr val="64748B"/>
                </a:solidFill>
              </a:defRPr>
            </a:lvl6pPr>
            <a:lvl7pPr algn="l">
              <a:defRPr sz="1125" b="0" i="0">
                <a:solidFill>
                  <a:srgbClr val="64748B"/>
                </a:solidFill>
              </a:defRPr>
            </a:lvl7pPr>
            <a:lvl8pPr algn="l">
              <a:defRPr sz="1125" b="0" i="0">
                <a:solidFill>
                  <a:srgbClr val="64748B"/>
                </a:solidFill>
              </a:defRPr>
            </a:lvl8pPr>
            <a:lvl9pPr algn="l">
              <a:defRPr sz="1125" b="0" i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64748B"/>
                </a:solidFill>
              </a:defRPr>
            </a:pPr>
            <a:r>
              <a:rPr sz="1125" b="0" i="0">
                <a:solidFill>
                  <a:srgbClr val="64748B"/>
                </a:solidFill>
              </a:rPr>
              <a:t>frontend/src/</a:t>
            </a:r>
          </a:p>
          <a:p xmlns:a="http://schemas.openxmlformats.org/drawingml/2006/main">
            <a:pPr algn="l">
              <a:defRPr sz="1125" b="0" i="0">
                <a:solidFill>
                  <a:srgbClr val="64748B"/>
                </a:solidFill>
              </a:defRPr>
            </a:pPr>
            <a:r>
              <a:rPr sz="1125" b="0" i="0">
                <a:solidFill>
                  <a:srgbClr val="64748B"/>
                </a:solidFill>
              </a:rPr>
              <a:t>React + TypeScript</a:t>
            </a:r>
          </a:p>
          <a:p xmlns:a="http://schemas.openxmlformats.org/drawingml/2006/main">
            <a:pPr algn="l">
              <a:defRPr sz="1125" b="0" i="0">
                <a:solidFill>
                  <a:srgbClr val="64748B"/>
                </a:solidFill>
              </a:defRPr>
            </a:pPr>
            <a:r>
              <a:rPr sz="1125" b="0" i="0">
                <a:solidFill>
                  <a:srgbClr val="64748B"/>
                </a:solidFill>
              </a:rPr>
              <a:t>localhost:5173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DB05C4-3771-49F0-823F-E4865491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38350"/>
            <a:ext cx="1809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4A5DAA-638B-435F-8FD5-AE82F9A4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383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73A642-4406-4698-BA97-9EFA32DE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622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0B172A"/>
                </a:solidFill>
              </a:defRPr>
            </a:defPPr>
            <a:lvl1pPr algn="l">
              <a:defRPr sz="1425" b="1" i="0">
                <a:solidFill>
                  <a:srgbClr val="0B172A"/>
                </a:solidFill>
              </a:defRPr>
            </a:lvl1pPr>
            <a:lvl2pPr algn="l">
              <a:defRPr sz="1425" b="1" i="0">
                <a:solidFill>
                  <a:srgbClr val="0B172A"/>
                </a:solidFill>
              </a:defRPr>
            </a:lvl2pPr>
            <a:lvl3pPr algn="l">
              <a:defRPr sz="1425" b="1" i="0">
                <a:solidFill>
                  <a:srgbClr val="0B172A"/>
                </a:solidFill>
              </a:defRPr>
            </a:lvl3pPr>
            <a:lvl4pPr algn="l">
              <a:defRPr sz="1425" b="1" i="0">
                <a:solidFill>
                  <a:srgbClr val="0B172A"/>
                </a:solidFill>
              </a:defRPr>
            </a:lvl4pPr>
            <a:lvl5pPr algn="l">
              <a:defRPr sz="1425" b="1" i="0">
                <a:solidFill>
                  <a:srgbClr val="0B172A"/>
                </a:solidFill>
              </a:defRPr>
            </a:lvl5pPr>
            <a:lvl6pPr algn="l">
              <a:defRPr sz="1425" b="1" i="0">
                <a:solidFill>
                  <a:srgbClr val="0B172A"/>
                </a:solidFill>
              </a:defRPr>
            </a:lvl6pPr>
            <a:lvl7pPr algn="l">
              <a:defRPr sz="1425" b="1" i="0">
                <a:solidFill>
                  <a:srgbClr val="0B172A"/>
                </a:solidFill>
              </a:defRPr>
            </a:lvl7pPr>
            <a:lvl8pPr algn="l">
              <a:defRPr sz="1425" b="1" i="0">
                <a:solidFill>
                  <a:srgbClr val="0B172A"/>
                </a:solidFill>
              </a:defRPr>
            </a:lvl8pPr>
            <a:lvl9pPr algn="l">
              <a:defRPr sz="1425" b="1" i="0">
                <a:solidFill>
                  <a:srgbClr val="0B172A"/>
                </a:solidFill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0B172A"/>
                </a:solidFill>
              </a:defRPr>
            </a:pPr>
            <a:r>
              <a:rPr sz="1425" b="1" i="0">
                <a:solidFill>
                  <a:srgbClr val="0B172A"/>
                </a:solidFill>
              </a:rPr>
              <a:t>Controller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4B5BBA-89F0-4CCA-A180-D0613270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7500"/>
            <a:ext cx="146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64748B"/>
                </a:solidFill>
              </a:defRPr>
            </a:defPPr>
            <a:lvl1pPr algn="l">
              <a:defRPr sz="1125" b="0" i="0">
                <a:solidFill>
                  <a:srgbClr val="64748B"/>
                </a:solidFill>
              </a:defRPr>
            </a:lvl1pPr>
            <a:lvl2pPr algn="l">
              <a:defRPr sz="1125" b="0" i="0">
                <a:solidFill>
                  <a:srgbClr val="64748B"/>
                </a:solidFill>
              </a:defRPr>
            </a:lvl2pPr>
            <a:lvl3pPr algn="l">
              <a:defRPr sz="1125" b="0" i="0">
                <a:solidFill>
                  <a:srgbClr val="64748B"/>
                </a:solidFill>
              </a:defRPr>
            </a:lvl3pPr>
            <a:lvl4pPr algn="l">
              <a:defRPr sz="1125" b="0" i="0">
                <a:solidFill>
                  <a:srgbClr val="64748B"/>
                </a:solidFill>
              </a:defRPr>
            </a:lvl4pPr>
            <a:lvl5pPr algn="l">
              <a:defRPr sz="1125" b="0" i="0">
                <a:solidFill>
                  <a:srgbClr val="64748B"/>
                </a:solidFill>
              </a:defRPr>
            </a:lvl5pPr>
            <a:lvl6pPr algn="l">
              <a:defRPr sz="1125" b="0" i="0">
                <a:solidFill>
                  <a:srgbClr val="64748B"/>
                </a:solidFill>
              </a:defRPr>
            </a:lvl6pPr>
            <a:lvl7pPr algn="l">
              <a:defRPr sz="1125" b="0" i="0">
                <a:solidFill>
                  <a:srgbClr val="64748B"/>
                </a:solidFill>
              </a:defRPr>
            </a:lvl7pPr>
            <a:lvl8pPr algn="l">
              <a:defRPr sz="1125" b="0" i="0">
                <a:solidFill>
                  <a:srgbClr val="64748B"/>
                </a:solidFill>
              </a:defRPr>
            </a:lvl8pPr>
            <a:lvl9pPr algn="l">
              <a:defRPr sz="1125" b="0" i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64748B"/>
                </a:solidFill>
              </a:defRPr>
            </a:pPr>
            <a:r>
              <a:rPr sz="1125" b="0" i="0">
                <a:solidFill>
                  <a:srgbClr val="64748B"/>
                </a:solidFill>
              </a:rPr>
              <a:t>controllers/</a:t>
            </a:r>
          </a:p>
          <a:p xmlns:a="http://schemas.openxmlformats.org/drawingml/2006/main">
            <a:pPr algn="l">
              <a:defRPr sz="1125" b="0" i="0">
                <a:solidFill>
                  <a:srgbClr val="64748B"/>
                </a:solidFill>
              </a:defRPr>
            </a:pPr>
            <a:r>
              <a:rPr sz="1125" b="0" i="0">
                <a:solidFill>
                  <a:srgbClr val="64748B"/>
                </a:solidFill>
              </a:rPr>
              <a:t>Interpreta HTTP</a:t>
            </a:r>
          </a:p>
          <a:p xmlns:a="http://schemas.openxmlformats.org/drawingml/2006/main">
            <a:pPr algn="l">
              <a:defRPr sz="1125" b="0" i="0">
                <a:solidFill>
                  <a:srgbClr val="64748B"/>
                </a:solidFill>
              </a:defRPr>
            </a:pPr>
            <a:r>
              <a:rPr sz="1125" b="0" i="0">
                <a:solidFill>
                  <a:srgbClr val="64748B"/>
                </a:solidFill>
              </a:rPr>
              <a:t>e retorna JSON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A3F285-2113-4F3A-8111-EE5C7F8B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38350"/>
            <a:ext cx="1809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714B46-A61A-4E6E-AE8D-F30F00CD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383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9F1608-22D4-47B0-9643-C420601E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622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0B172A"/>
                </a:solidFill>
              </a:defRPr>
            </a:defPPr>
            <a:lvl1pPr algn="l">
              <a:defRPr sz="1425" b="1" i="0">
                <a:solidFill>
                  <a:srgbClr val="0B172A"/>
                </a:solidFill>
              </a:defRPr>
            </a:lvl1pPr>
            <a:lvl2pPr algn="l">
              <a:defRPr sz="1425" b="1" i="0">
                <a:solidFill>
                  <a:srgbClr val="0B172A"/>
                </a:solidFill>
              </a:defRPr>
            </a:lvl2pPr>
            <a:lvl3pPr algn="l">
              <a:defRPr sz="1425" b="1" i="0">
                <a:solidFill>
                  <a:srgbClr val="0B172A"/>
                </a:solidFill>
              </a:defRPr>
            </a:lvl3pPr>
            <a:lvl4pPr algn="l">
              <a:defRPr sz="1425" b="1" i="0">
                <a:solidFill>
                  <a:srgbClr val="0B172A"/>
                </a:solidFill>
              </a:defRPr>
            </a:lvl4pPr>
            <a:lvl5pPr algn="l">
              <a:defRPr sz="1425" b="1" i="0">
                <a:solidFill>
                  <a:srgbClr val="0B172A"/>
                </a:solidFill>
              </a:defRPr>
            </a:lvl5pPr>
            <a:lvl6pPr algn="l">
              <a:defRPr sz="1425" b="1" i="0">
                <a:solidFill>
                  <a:srgbClr val="0B172A"/>
                </a:solidFill>
              </a:defRPr>
            </a:lvl6pPr>
            <a:lvl7pPr algn="l">
              <a:defRPr sz="1425" b="1" i="0">
                <a:solidFill>
                  <a:srgbClr val="0B172A"/>
                </a:solidFill>
              </a:defRPr>
            </a:lvl7pPr>
            <a:lvl8pPr algn="l">
              <a:defRPr sz="1425" b="1" i="0">
                <a:solidFill>
                  <a:srgbClr val="0B172A"/>
                </a:solidFill>
              </a:defRPr>
            </a:lvl8pPr>
            <a:lvl9pPr algn="l">
              <a:defRPr sz="1425" b="1" i="0">
                <a:solidFill>
                  <a:srgbClr val="0B172A"/>
                </a:solidFill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0B172A"/>
                </a:solidFill>
              </a:defRPr>
            </a:pPr>
            <a:r>
              <a:rPr sz="1425" b="1" i="0">
                <a:solidFill>
                  <a:srgbClr val="0B172A"/>
                </a:solidFill>
              </a:rPr>
              <a:t>Service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95202E-4626-4875-B643-F40DA072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57500"/>
            <a:ext cx="146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64748B"/>
                </a:solidFill>
              </a:defRPr>
            </a:defPPr>
            <a:lvl1pPr algn="l">
              <a:defRPr sz="1125" b="0" i="0">
                <a:solidFill>
                  <a:srgbClr val="64748B"/>
                </a:solidFill>
              </a:defRPr>
            </a:lvl1pPr>
            <a:lvl2pPr algn="l">
              <a:defRPr sz="1125" b="0" i="0">
                <a:solidFill>
                  <a:srgbClr val="64748B"/>
                </a:solidFill>
              </a:defRPr>
            </a:lvl2pPr>
            <a:lvl3pPr algn="l">
              <a:defRPr sz="1125" b="0" i="0">
                <a:solidFill>
                  <a:srgbClr val="64748B"/>
                </a:solidFill>
              </a:defRPr>
            </a:lvl3pPr>
            <a:lvl4pPr algn="l">
              <a:defRPr sz="1125" b="0" i="0">
                <a:solidFill>
                  <a:srgbClr val="64748B"/>
                </a:solidFill>
              </a:defRPr>
            </a:lvl4pPr>
            <a:lvl5pPr algn="l">
              <a:defRPr sz="1125" b="0" i="0">
                <a:solidFill>
                  <a:srgbClr val="64748B"/>
                </a:solidFill>
              </a:defRPr>
            </a:lvl5pPr>
            <a:lvl6pPr algn="l">
              <a:defRPr sz="1125" b="0" i="0">
                <a:solidFill>
                  <a:srgbClr val="64748B"/>
                </a:solidFill>
              </a:defRPr>
            </a:lvl6pPr>
            <a:lvl7pPr algn="l">
              <a:defRPr sz="1125" b="0" i="0">
                <a:solidFill>
                  <a:srgbClr val="64748B"/>
                </a:solidFill>
              </a:defRPr>
            </a:lvl7pPr>
            <a:lvl8pPr algn="l">
              <a:defRPr sz="1125" b="0" i="0">
                <a:solidFill>
                  <a:srgbClr val="64748B"/>
                </a:solidFill>
              </a:defRPr>
            </a:lvl8pPr>
            <a:lvl9pPr algn="l">
              <a:defRPr sz="1125" b="0" i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64748B"/>
                </a:solidFill>
              </a:defRPr>
            </a:pPr>
            <a:r>
              <a:rPr sz="1125" b="0" i="0">
                <a:solidFill>
                  <a:srgbClr val="64748B"/>
                </a:solidFill>
              </a:rPr>
              <a:t>services/</a:t>
            </a:r>
          </a:p>
          <a:p xmlns:a="http://schemas.openxmlformats.org/drawingml/2006/main">
            <a:pPr algn="l">
              <a:defRPr sz="1125" b="0" i="0">
                <a:solidFill>
                  <a:srgbClr val="64748B"/>
                </a:solidFill>
              </a:defRPr>
            </a:pPr>
            <a:r>
              <a:rPr sz="1125" b="0" i="0">
                <a:solidFill>
                  <a:srgbClr val="64748B"/>
                </a:solidFill>
              </a:rPr>
              <a:t>Valida e coordena</a:t>
            </a:r>
          </a:p>
          <a:p xmlns:a="http://schemas.openxmlformats.org/drawingml/2006/main">
            <a:pPr algn="l">
              <a:defRPr sz="1125" b="0" i="0">
                <a:solidFill>
                  <a:srgbClr val="64748B"/>
                </a:solidFill>
              </a:defRPr>
            </a:pPr>
            <a:r>
              <a:rPr sz="1125" b="0" i="0">
                <a:solidFill>
                  <a:srgbClr val="64748B"/>
                </a:solidFill>
              </a:rPr>
              <a:t>o caso de uso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9DF929-34E7-4878-98CF-11DFD72C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38350"/>
            <a:ext cx="1809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E60308-0BD5-4104-9FF5-B9716D15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383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8147D6-4343-4939-AB7C-C54702DE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622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0B172A"/>
                </a:solidFill>
              </a:defRPr>
            </a:defPPr>
            <a:lvl1pPr algn="l">
              <a:defRPr sz="1425" b="1" i="0">
                <a:solidFill>
                  <a:srgbClr val="0B172A"/>
                </a:solidFill>
              </a:defRPr>
            </a:lvl1pPr>
            <a:lvl2pPr algn="l">
              <a:defRPr sz="1425" b="1" i="0">
                <a:solidFill>
                  <a:srgbClr val="0B172A"/>
                </a:solidFill>
              </a:defRPr>
            </a:lvl2pPr>
            <a:lvl3pPr algn="l">
              <a:defRPr sz="1425" b="1" i="0">
                <a:solidFill>
                  <a:srgbClr val="0B172A"/>
                </a:solidFill>
              </a:defRPr>
            </a:lvl3pPr>
            <a:lvl4pPr algn="l">
              <a:defRPr sz="1425" b="1" i="0">
                <a:solidFill>
                  <a:srgbClr val="0B172A"/>
                </a:solidFill>
              </a:defRPr>
            </a:lvl4pPr>
            <a:lvl5pPr algn="l">
              <a:defRPr sz="1425" b="1" i="0">
                <a:solidFill>
                  <a:srgbClr val="0B172A"/>
                </a:solidFill>
              </a:defRPr>
            </a:lvl5pPr>
            <a:lvl6pPr algn="l">
              <a:defRPr sz="1425" b="1" i="0">
                <a:solidFill>
                  <a:srgbClr val="0B172A"/>
                </a:solidFill>
              </a:defRPr>
            </a:lvl6pPr>
            <a:lvl7pPr algn="l">
              <a:defRPr sz="1425" b="1" i="0">
                <a:solidFill>
                  <a:srgbClr val="0B172A"/>
                </a:solidFill>
              </a:defRPr>
            </a:lvl7pPr>
            <a:lvl8pPr algn="l">
              <a:defRPr sz="1425" b="1" i="0">
                <a:solidFill>
                  <a:srgbClr val="0B172A"/>
                </a:solidFill>
              </a:defRPr>
            </a:lvl8pPr>
            <a:lvl9pPr algn="l">
              <a:defRPr sz="1425" b="1" i="0">
                <a:solidFill>
                  <a:srgbClr val="0B172A"/>
                </a:solidFill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0B172A"/>
                </a:solidFill>
              </a:defRPr>
            </a:pPr>
            <a:r>
              <a:rPr sz="1425" b="1" i="0">
                <a:solidFill>
                  <a:srgbClr val="0B172A"/>
                </a:solidFill>
              </a:rPr>
              <a:t>Model / Repository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78C1FC-553C-487D-BED3-B568C7DB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57500"/>
            <a:ext cx="146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64748B"/>
                </a:solidFill>
              </a:defRPr>
            </a:defPPr>
            <a:lvl1pPr algn="l">
              <a:defRPr sz="1125" b="0" i="0">
                <a:solidFill>
                  <a:srgbClr val="64748B"/>
                </a:solidFill>
              </a:defRPr>
            </a:lvl1pPr>
            <a:lvl2pPr algn="l">
              <a:defRPr sz="1125" b="0" i="0">
                <a:solidFill>
                  <a:srgbClr val="64748B"/>
                </a:solidFill>
              </a:defRPr>
            </a:lvl2pPr>
            <a:lvl3pPr algn="l">
              <a:defRPr sz="1125" b="0" i="0">
                <a:solidFill>
                  <a:srgbClr val="64748B"/>
                </a:solidFill>
              </a:defRPr>
            </a:lvl3pPr>
            <a:lvl4pPr algn="l">
              <a:defRPr sz="1125" b="0" i="0">
                <a:solidFill>
                  <a:srgbClr val="64748B"/>
                </a:solidFill>
              </a:defRPr>
            </a:lvl4pPr>
            <a:lvl5pPr algn="l">
              <a:defRPr sz="1125" b="0" i="0">
                <a:solidFill>
                  <a:srgbClr val="64748B"/>
                </a:solidFill>
              </a:defRPr>
            </a:lvl5pPr>
            <a:lvl6pPr algn="l">
              <a:defRPr sz="1125" b="0" i="0">
                <a:solidFill>
                  <a:srgbClr val="64748B"/>
                </a:solidFill>
              </a:defRPr>
            </a:lvl6pPr>
            <a:lvl7pPr algn="l">
              <a:defRPr sz="1125" b="0" i="0">
                <a:solidFill>
                  <a:srgbClr val="64748B"/>
                </a:solidFill>
              </a:defRPr>
            </a:lvl7pPr>
            <a:lvl8pPr algn="l">
              <a:defRPr sz="1125" b="0" i="0">
                <a:solidFill>
                  <a:srgbClr val="64748B"/>
                </a:solidFill>
              </a:defRPr>
            </a:lvl8pPr>
            <a:lvl9pPr algn="l">
              <a:defRPr sz="1125" b="0" i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64748B"/>
                </a:solidFill>
              </a:defRPr>
            </a:pPr>
            <a:r>
              <a:rPr sz="1125" b="0" i="0">
                <a:solidFill>
                  <a:srgbClr val="64748B"/>
                </a:solidFill>
              </a:rPr>
              <a:t>models/ + repositories/</a:t>
            </a:r>
          </a:p>
          <a:p xmlns:a="http://schemas.openxmlformats.org/drawingml/2006/main">
            <a:pPr algn="l">
              <a:defRPr sz="1125" b="0" i="0">
                <a:solidFill>
                  <a:srgbClr val="64748B"/>
                </a:solidFill>
              </a:defRPr>
            </a:pPr>
            <a:r>
              <a:rPr sz="1125" b="0" i="0">
                <a:solidFill>
                  <a:srgbClr val="64748B"/>
                </a:solidFill>
              </a:rPr>
              <a:t>ORM e consultas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421927-4C23-414E-BF36-4B003367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38350"/>
            <a:ext cx="1219200" cy="161925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409928-8A61-47AE-B493-89409537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38350"/>
            <a:ext cx="1219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7AD9EB-A9AB-4A2D-B297-5E5CEEA5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3622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0B172A"/>
                </a:solidFill>
              </a:defRPr>
            </a:defPPr>
            <a:lvl1pPr algn="l">
              <a:defRPr sz="1425" b="1" i="0">
                <a:solidFill>
                  <a:srgbClr val="0B172A"/>
                </a:solidFill>
              </a:defRPr>
            </a:lvl1pPr>
            <a:lvl2pPr algn="l">
              <a:defRPr sz="1425" b="1" i="0">
                <a:solidFill>
                  <a:srgbClr val="0B172A"/>
                </a:solidFill>
              </a:defRPr>
            </a:lvl2pPr>
            <a:lvl3pPr algn="l">
              <a:defRPr sz="1425" b="1" i="0">
                <a:solidFill>
                  <a:srgbClr val="0B172A"/>
                </a:solidFill>
              </a:defRPr>
            </a:lvl3pPr>
            <a:lvl4pPr algn="l">
              <a:defRPr sz="1425" b="1" i="0">
                <a:solidFill>
                  <a:srgbClr val="0B172A"/>
                </a:solidFill>
              </a:defRPr>
            </a:lvl4pPr>
            <a:lvl5pPr algn="l">
              <a:defRPr sz="1425" b="1" i="0">
                <a:solidFill>
                  <a:srgbClr val="0B172A"/>
                </a:solidFill>
              </a:defRPr>
            </a:lvl5pPr>
            <a:lvl6pPr algn="l">
              <a:defRPr sz="1425" b="1" i="0">
                <a:solidFill>
                  <a:srgbClr val="0B172A"/>
                </a:solidFill>
              </a:defRPr>
            </a:lvl6pPr>
            <a:lvl7pPr algn="l">
              <a:defRPr sz="1425" b="1" i="0">
                <a:solidFill>
                  <a:srgbClr val="0B172A"/>
                </a:solidFill>
              </a:defRPr>
            </a:lvl7pPr>
            <a:lvl8pPr algn="l">
              <a:defRPr sz="1425" b="1" i="0">
                <a:solidFill>
                  <a:srgbClr val="0B172A"/>
                </a:solidFill>
              </a:defRPr>
            </a:lvl8pPr>
            <a:lvl9pPr algn="l">
              <a:defRPr sz="1425" b="1" i="0">
                <a:solidFill>
                  <a:srgbClr val="0B172A"/>
                </a:solidFill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0B172A"/>
                </a:solidFill>
              </a:defRPr>
            </a:pPr>
            <a:r>
              <a:rPr sz="1425" b="1" i="0">
                <a:solidFill>
                  <a:srgbClr val="0B172A"/>
                </a:solidFill>
              </a:rPr>
              <a:t>SQLite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A4704F-9B92-4B11-96C3-62EABF72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857500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64748B"/>
                </a:solidFill>
              </a:defRPr>
            </a:defPPr>
            <a:lvl1pPr algn="l">
              <a:defRPr sz="1125" b="0" i="0">
                <a:solidFill>
                  <a:srgbClr val="64748B"/>
                </a:solidFill>
              </a:defRPr>
            </a:lvl1pPr>
            <a:lvl2pPr algn="l">
              <a:defRPr sz="1125" b="0" i="0">
                <a:solidFill>
                  <a:srgbClr val="64748B"/>
                </a:solidFill>
              </a:defRPr>
            </a:lvl2pPr>
            <a:lvl3pPr algn="l">
              <a:defRPr sz="1125" b="0" i="0">
                <a:solidFill>
                  <a:srgbClr val="64748B"/>
                </a:solidFill>
              </a:defRPr>
            </a:lvl3pPr>
            <a:lvl4pPr algn="l">
              <a:defRPr sz="1125" b="0" i="0">
                <a:solidFill>
                  <a:srgbClr val="64748B"/>
                </a:solidFill>
              </a:defRPr>
            </a:lvl4pPr>
            <a:lvl5pPr algn="l">
              <a:defRPr sz="1125" b="0" i="0">
                <a:solidFill>
                  <a:srgbClr val="64748B"/>
                </a:solidFill>
              </a:defRPr>
            </a:lvl5pPr>
            <a:lvl6pPr algn="l">
              <a:defRPr sz="1125" b="0" i="0">
                <a:solidFill>
                  <a:srgbClr val="64748B"/>
                </a:solidFill>
              </a:defRPr>
            </a:lvl6pPr>
            <a:lvl7pPr algn="l">
              <a:defRPr sz="1125" b="0" i="0">
                <a:solidFill>
                  <a:srgbClr val="64748B"/>
                </a:solidFill>
              </a:defRPr>
            </a:lvl7pPr>
            <a:lvl8pPr algn="l">
              <a:defRPr sz="1125" b="0" i="0">
                <a:solidFill>
                  <a:srgbClr val="64748B"/>
                </a:solidFill>
              </a:defRPr>
            </a:lvl8pPr>
            <a:lvl9pPr algn="l">
              <a:defRPr sz="1125" b="0" i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64748B"/>
                </a:solidFill>
              </a:defRPr>
            </a:pPr>
            <a:r>
              <a:rPr sz="1125" b="0" i="0">
                <a:solidFill>
                  <a:srgbClr val="64748B"/>
                </a:solidFill>
              </a:rPr>
              <a:t>Banco SQL</a:t>
            </a:r>
          </a:p>
          <a:p xmlns:a="http://schemas.openxmlformats.org/drawingml/2006/main">
            <a:pPr algn="l">
              <a:defRPr sz="1125" b="0" i="0">
                <a:solidFill>
                  <a:srgbClr val="64748B"/>
                </a:solidFill>
              </a:defRPr>
            </a:pPr>
            <a:r>
              <a:rPr sz="1125" b="0" i="0">
                <a:solidFill>
                  <a:srgbClr val="64748B"/>
                </a:solidFill>
              </a:rPr>
              <a:t>persistido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9AEA4B-9224-4253-9C01-581CD6BF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0987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D34834-8177-4CE1-8FD0-8ED2412B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38425"/>
            <a:ext cx="171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00" b="1" i="0">
                <a:solidFill>
                  <a:srgbClr val="2176E8"/>
                </a:solidFill>
              </a:defRPr>
            </a:defPPr>
            <a:lvl1pPr algn="ctr">
              <a:defRPr sz="2100" b="1" i="0">
                <a:solidFill>
                  <a:srgbClr val="2176E8"/>
                </a:solidFill>
              </a:defRPr>
            </a:lvl1pPr>
            <a:lvl2pPr algn="ctr">
              <a:defRPr sz="2100" b="1" i="0">
                <a:solidFill>
                  <a:srgbClr val="2176E8"/>
                </a:solidFill>
              </a:defRPr>
            </a:lvl2pPr>
            <a:lvl3pPr algn="ctr">
              <a:defRPr sz="2100" b="1" i="0">
                <a:solidFill>
                  <a:srgbClr val="2176E8"/>
                </a:solidFill>
              </a:defRPr>
            </a:lvl3pPr>
            <a:lvl4pPr algn="ctr">
              <a:defRPr sz="2100" b="1" i="0">
                <a:solidFill>
                  <a:srgbClr val="2176E8"/>
                </a:solidFill>
              </a:defRPr>
            </a:lvl4pPr>
            <a:lvl5pPr algn="ctr">
              <a:defRPr sz="2100" b="1" i="0">
                <a:solidFill>
                  <a:srgbClr val="2176E8"/>
                </a:solidFill>
              </a:defRPr>
            </a:lvl5pPr>
            <a:lvl6pPr algn="ctr">
              <a:defRPr sz="2100" b="1" i="0">
                <a:solidFill>
                  <a:srgbClr val="2176E8"/>
                </a:solidFill>
              </a:defRPr>
            </a:lvl6pPr>
            <a:lvl7pPr algn="ctr">
              <a:defRPr sz="2100" b="1" i="0">
                <a:solidFill>
                  <a:srgbClr val="2176E8"/>
                </a:solidFill>
              </a:defRPr>
            </a:lvl7pPr>
            <a:lvl8pPr algn="ctr">
              <a:defRPr sz="2100" b="1" i="0">
                <a:solidFill>
                  <a:srgbClr val="2176E8"/>
                </a:solidFill>
              </a:defRPr>
            </a:lvl8pPr>
            <a:lvl9pPr algn="ctr">
              <a:defRPr sz="2100" b="1" i="0">
                <a:solidFill>
                  <a:srgbClr val="2176E8"/>
                </a:solidFill>
              </a:defRPr>
            </a:lvl9pPr>
          </a:lstStyle>
          <a:p xmlns:a="http://schemas.openxmlformats.org/drawingml/2006/main">
            <a:pPr algn="ctr">
              <a:defRPr sz="2100" b="1" i="0">
                <a:solidFill>
                  <a:srgbClr val="2176E8"/>
                </a:solidFill>
              </a:defRPr>
            </a:pPr>
            <a:r>
              <a:rPr sz="2100" b="1" i="0">
                <a:solidFill>
                  <a:srgbClr val="2176E8"/>
                </a:solidFill>
              </a:rPr>
              <a:t>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6BE16D-450B-4E6A-B2D2-968D3AFD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0987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6554CC-5FF0-402F-81D7-B10E99C9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38425"/>
            <a:ext cx="171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00" b="1" i="0">
                <a:solidFill>
                  <a:srgbClr val="2176E8"/>
                </a:solidFill>
              </a:defRPr>
            </a:defPPr>
            <a:lvl1pPr algn="ctr">
              <a:defRPr sz="2100" b="1" i="0">
                <a:solidFill>
                  <a:srgbClr val="2176E8"/>
                </a:solidFill>
              </a:defRPr>
            </a:lvl1pPr>
            <a:lvl2pPr algn="ctr">
              <a:defRPr sz="2100" b="1" i="0">
                <a:solidFill>
                  <a:srgbClr val="2176E8"/>
                </a:solidFill>
              </a:defRPr>
            </a:lvl2pPr>
            <a:lvl3pPr algn="ctr">
              <a:defRPr sz="2100" b="1" i="0">
                <a:solidFill>
                  <a:srgbClr val="2176E8"/>
                </a:solidFill>
              </a:defRPr>
            </a:lvl3pPr>
            <a:lvl4pPr algn="ctr">
              <a:defRPr sz="2100" b="1" i="0">
                <a:solidFill>
                  <a:srgbClr val="2176E8"/>
                </a:solidFill>
              </a:defRPr>
            </a:lvl4pPr>
            <a:lvl5pPr algn="ctr">
              <a:defRPr sz="2100" b="1" i="0">
                <a:solidFill>
                  <a:srgbClr val="2176E8"/>
                </a:solidFill>
              </a:defRPr>
            </a:lvl5pPr>
            <a:lvl6pPr algn="ctr">
              <a:defRPr sz="2100" b="1" i="0">
                <a:solidFill>
                  <a:srgbClr val="2176E8"/>
                </a:solidFill>
              </a:defRPr>
            </a:lvl6pPr>
            <a:lvl7pPr algn="ctr">
              <a:defRPr sz="2100" b="1" i="0">
                <a:solidFill>
                  <a:srgbClr val="2176E8"/>
                </a:solidFill>
              </a:defRPr>
            </a:lvl7pPr>
            <a:lvl8pPr algn="ctr">
              <a:defRPr sz="2100" b="1" i="0">
                <a:solidFill>
                  <a:srgbClr val="2176E8"/>
                </a:solidFill>
              </a:defRPr>
            </a:lvl8pPr>
            <a:lvl9pPr algn="ctr">
              <a:defRPr sz="2100" b="1" i="0">
                <a:solidFill>
                  <a:srgbClr val="2176E8"/>
                </a:solidFill>
              </a:defRPr>
            </a:lvl9pPr>
          </a:lstStyle>
          <a:p xmlns:a="http://schemas.openxmlformats.org/drawingml/2006/main">
            <a:pPr algn="ctr">
              <a:defRPr sz="2100" b="1" i="0">
                <a:solidFill>
                  <a:srgbClr val="2176E8"/>
                </a:solidFill>
              </a:defRPr>
            </a:pPr>
            <a:r>
              <a:rPr sz="2100" b="1" i="0">
                <a:solidFill>
                  <a:srgbClr val="2176E8"/>
                </a:solidFill>
              </a:rPr>
              <a:t>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9CBD0C-3C8D-4146-97F3-29647796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0987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9B5BEB-FFEF-4207-865E-17A70862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38425"/>
            <a:ext cx="171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00" b="1" i="0">
                <a:solidFill>
                  <a:srgbClr val="2176E8"/>
                </a:solidFill>
              </a:defRPr>
            </a:defPPr>
            <a:lvl1pPr algn="ctr">
              <a:defRPr sz="2100" b="1" i="0">
                <a:solidFill>
                  <a:srgbClr val="2176E8"/>
                </a:solidFill>
              </a:defRPr>
            </a:lvl1pPr>
            <a:lvl2pPr algn="ctr">
              <a:defRPr sz="2100" b="1" i="0">
                <a:solidFill>
                  <a:srgbClr val="2176E8"/>
                </a:solidFill>
              </a:defRPr>
            </a:lvl2pPr>
            <a:lvl3pPr algn="ctr">
              <a:defRPr sz="2100" b="1" i="0">
                <a:solidFill>
                  <a:srgbClr val="2176E8"/>
                </a:solidFill>
              </a:defRPr>
            </a:lvl3pPr>
            <a:lvl4pPr algn="ctr">
              <a:defRPr sz="2100" b="1" i="0">
                <a:solidFill>
                  <a:srgbClr val="2176E8"/>
                </a:solidFill>
              </a:defRPr>
            </a:lvl4pPr>
            <a:lvl5pPr algn="ctr">
              <a:defRPr sz="2100" b="1" i="0">
                <a:solidFill>
                  <a:srgbClr val="2176E8"/>
                </a:solidFill>
              </a:defRPr>
            </a:lvl5pPr>
            <a:lvl6pPr algn="ctr">
              <a:defRPr sz="2100" b="1" i="0">
                <a:solidFill>
                  <a:srgbClr val="2176E8"/>
                </a:solidFill>
              </a:defRPr>
            </a:lvl6pPr>
            <a:lvl7pPr algn="ctr">
              <a:defRPr sz="2100" b="1" i="0">
                <a:solidFill>
                  <a:srgbClr val="2176E8"/>
                </a:solidFill>
              </a:defRPr>
            </a:lvl7pPr>
            <a:lvl8pPr algn="ctr">
              <a:defRPr sz="2100" b="1" i="0">
                <a:solidFill>
                  <a:srgbClr val="2176E8"/>
                </a:solidFill>
              </a:defRPr>
            </a:lvl8pPr>
            <a:lvl9pPr algn="ctr">
              <a:defRPr sz="2100" b="1" i="0">
                <a:solidFill>
                  <a:srgbClr val="2176E8"/>
                </a:solidFill>
              </a:defRPr>
            </a:lvl9pPr>
          </a:lstStyle>
          <a:p xmlns:a="http://schemas.openxmlformats.org/drawingml/2006/main">
            <a:pPr algn="ctr">
              <a:defRPr sz="2100" b="1" i="0">
                <a:solidFill>
                  <a:srgbClr val="2176E8"/>
                </a:solidFill>
              </a:defRPr>
            </a:pPr>
            <a:r>
              <a:rPr sz="2100" b="1" i="0">
                <a:solidFill>
                  <a:srgbClr val="2176E8"/>
                </a:solidFill>
              </a:rPr>
              <a:t>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9C3A48-5156-4936-ABD0-2B0538DC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0987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3AAE48-23E6-40A3-8171-27282AD7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638425"/>
            <a:ext cx="171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00" b="1" i="0">
                <a:solidFill>
                  <a:srgbClr val="2176E8"/>
                </a:solidFill>
              </a:defRPr>
            </a:defPPr>
            <a:lvl1pPr algn="ctr">
              <a:defRPr sz="2100" b="1" i="0">
                <a:solidFill>
                  <a:srgbClr val="2176E8"/>
                </a:solidFill>
              </a:defRPr>
            </a:lvl1pPr>
            <a:lvl2pPr algn="ctr">
              <a:defRPr sz="2100" b="1" i="0">
                <a:solidFill>
                  <a:srgbClr val="2176E8"/>
                </a:solidFill>
              </a:defRPr>
            </a:lvl2pPr>
            <a:lvl3pPr algn="ctr">
              <a:defRPr sz="2100" b="1" i="0">
                <a:solidFill>
                  <a:srgbClr val="2176E8"/>
                </a:solidFill>
              </a:defRPr>
            </a:lvl3pPr>
            <a:lvl4pPr algn="ctr">
              <a:defRPr sz="2100" b="1" i="0">
                <a:solidFill>
                  <a:srgbClr val="2176E8"/>
                </a:solidFill>
              </a:defRPr>
            </a:lvl4pPr>
            <a:lvl5pPr algn="ctr">
              <a:defRPr sz="2100" b="1" i="0">
                <a:solidFill>
                  <a:srgbClr val="2176E8"/>
                </a:solidFill>
              </a:defRPr>
            </a:lvl5pPr>
            <a:lvl6pPr algn="ctr">
              <a:defRPr sz="2100" b="1" i="0">
                <a:solidFill>
                  <a:srgbClr val="2176E8"/>
                </a:solidFill>
              </a:defRPr>
            </a:lvl6pPr>
            <a:lvl7pPr algn="ctr">
              <a:defRPr sz="2100" b="1" i="0">
                <a:solidFill>
                  <a:srgbClr val="2176E8"/>
                </a:solidFill>
              </a:defRPr>
            </a:lvl7pPr>
            <a:lvl8pPr algn="ctr">
              <a:defRPr sz="2100" b="1" i="0">
                <a:solidFill>
                  <a:srgbClr val="2176E8"/>
                </a:solidFill>
              </a:defRPr>
            </a:lvl8pPr>
            <a:lvl9pPr algn="ctr">
              <a:defRPr sz="2100" b="1" i="0">
                <a:solidFill>
                  <a:srgbClr val="2176E8"/>
                </a:solidFill>
              </a:defRPr>
            </a:lvl9pPr>
          </a:lstStyle>
          <a:p xmlns:a="http://schemas.openxmlformats.org/drawingml/2006/main">
            <a:pPr algn="ctr">
              <a:defRPr sz="2100" b="1" i="0">
                <a:solidFill>
                  <a:srgbClr val="2176E8"/>
                </a:solidFill>
              </a:defRPr>
            </a:pPr>
            <a:r>
              <a:rPr sz="2100" b="1" i="0">
                <a:solidFill>
                  <a:srgbClr val="2176E8"/>
                </a:solidFill>
              </a:rPr>
              <a:t>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B33DF4-70E0-4F56-9A6B-351FDDF2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1" i="0">
                <a:solidFill>
                  <a:srgbClr val="2176E8"/>
                </a:solidFill>
              </a:defRPr>
            </a:defPPr>
            <a:lvl1pPr algn="ctr">
              <a:defRPr sz="1125" b="1" i="0">
                <a:solidFill>
                  <a:srgbClr val="2176E8"/>
                </a:solidFill>
              </a:defRPr>
            </a:lvl1pPr>
            <a:lvl2pPr algn="ctr">
              <a:defRPr sz="1125" b="1" i="0">
                <a:solidFill>
                  <a:srgbClr val="2176E8"/>
                </a:solidFill>
              </a:defRPr>
            </a:lvl2pPr>
            <a:lvl3pPr algn="ctr">
              <a:defRPr sz="1125" b="1" i="0">
                <a:solidFill>
                  <a:srgbClr val="2176E8"/>
                </a:solidFill>
              </a:defRPr>
            </a:lvl3pPr>
            <a:lvl4pPr algn="ctr">
              <a:defRPr sz="1125" b="1" i="0">
                <a:solidFill>
                  <a:srgbClr val="2176E8"/>
                </a:solidFill>
              </a:defRPr>
            </a:lvl4pPr>
            <a:lvl5pPr algn="ctr">
              <a:defRPr sz="1125" b="1" i="0">
                <a:solidFill>
                  <a:srgbClr val="2176E8"/>
                </a:solidFill>
              </a:defRPr>
            </a:lvl5pPr>
            <a:lvl6pPr algn="ctr">
              <a:defRPr sz="1125" b="1" i="0">
                <a:solidFill>
                  <a:srgbClr val="2176E8"/>
                </a:solidFill>
              </a:defRPr>
            </a:lvl6pPr>
            <a:lvl7pPr algn="ctr">
              <a:defRPr sz="1125" b="1" i="0">
                <a:solidFill>
                  <a:srgbClr val="2176E8"/>
                </a:solidFill>
              </a:defRPr>
            </a:lvl7pPr>
            <a:lvl8pPr algn="ctr">
              <a:defRPr sz="1125" b="1" i="0">
                <a:solidFill>
                  <a:srgbClr val="2176E8"/>
                </a:solidFill>
              </a:defRPr>
            </a:lvl8pPr>
            <a:lvl9pPr algn="ctr">
              <a:defRPr sz="1125" b="1" i="0">
                <a:solidFill>
                  <a:srgbClr val="2176E8"/>
                </a:solidFill>
              </a:defRPr>
            </a:lvl9pPr>
          </a:lstStyle>
          <a:p xmlns:a="http://schemas.openxmlformats.org/drawingml/2006/main">
            <a:pPr algn="ctr">
              <a:defRPr sz="1125" b="1" i="0">
                <a:solidFill>
                  <a:srgbClr val="2176E8"/>
                </a:solidFill>
              </a:defRPr>
            </a:pPr>
            <a:r>
              <a:rPr sz="1125" b="1" i="0">
                <a:solidFill>
                  <a:srgbClr val="2176E8"/>
                </a:solidFill>
              </a:rPr>
              <a:t>Requisições HTTP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52360F-EFA0-48BD-9D1B-BFEE43FA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2915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875" b="1" i="0">
                <a:solidFill>
                  <a:srgbClr val="0B172A"/>
                </a:solidFill>
              </a:defRPr>
            </a:defPPr>
            <a:lvl1pPr algn="ctr">
              <a:defRPr sz="1875" b="1" i="0">
                <a:solidFill>
                  <a:srgbClr val="0B172A"/>
                </a:solidFill>
              </a:defRPr>
            </a:lvl1pPr>
            <a:lvl2pPr algn="ctr">
              <a:defRPr sz="1875" b="1" i="0">
                <a:solidFill>
                  <a:srgbClr val="0B172A"/>
                </a:solidFill>
              </a:defRPr>
            </a:lvl2pPr>
            <a:lvl3pPr algn="ctr">
              <a:defRPr sz="1875" b="1" i="0">
                <a:solidFill>
                  <a:srgbClr val="0B172A"/>
                </a:solidFill>
              </a:defRPr>
            </a:lvl3pPr>
            <a:lvl4pPr algn="ctr">
              <a:defRPr sz="1875" b="1" i="0">
                <a:solidFill>
                  <a:srgbClr val="0B172A"/>
                </a:solidFill>
              </a:defRPr>
            </a:lvl4pPr>
            <a:lvl5pPr algn="ctr">
              <a:defRPr sz="1875" b="1" i="0">
                <a:solidFill>
                  <a:srgbClr val="0B172A"/>
                </a:solidFill>
              </a:defRPr>
            </a:lvl5pPr>
            <a:lvl6pPr algn="ctr">
              <a:defRPr sz="1875" b="1" i="0">
                <a:solidFill>
                  <a:srgbClr val="0B172A"/>
                </a:solidFill>
              </a:defRPr>
            </a:lvl6pPr>
            <a:lvl7pPr algn="ctr">
              <a:defRPr sz="1875" b="1" i="0">
                <a:solidFill>
                  <a:srgbClr val="0B172A"/>
                </a:solidFill>
              </a:defRPr>
            </a:lvl7pPr>
            <a:lvl8pPr algn="ctr">
              <a:defRPr sz="1875" b="1" i="0">
                <a:solidFill>
                  <a:srgbClr val="0B172A"/>
                </a:solidFill>
              </a:defRPr>
            </a:lvl8pPr>
            <a:lvl9pPr algn="ctr">
              <a:defRPr sz="1875" b="1" i="0">
                <a:solidFill>
                  <a:srgbClr val="0B172A"/>
                </a:solidFill>
              </a:defRPr>
            </a:lvl9pPr>
          </a:lstStyle>
          <a:p xmlns:a="http://schemas.openxmlformats.org/drawingml/2006/main">
            <a:pPr algn="ctr">
              <a:defRPr sz="1875" b="1" i="0">
                <a:solidFill>
                  <a:srgbClr val="0B172A"/>
                </a:solidFill>
              </a:defRPr>
            </a:pPr>
            <a:r>
              <a:rPr sz="1875" b="1" i="0">
                <a:solidFill>
                  <a:srgbClr val="0B172A"/>
                </a:solidFill>
              </a:rPr>
              <a:t>Route  →  Controller  →  Service  →  Model / Repository  →  Banco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9A2E03-18A9-4790-92C8-E84B373F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37210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0" i="0">
                <a:solidFill>
                  <a:srgbClr val="64748B"/>
                </a:solidFill>
              </a:defRPr>
            </a:defPPr>
            <a:lvl1pPr algn="ctr">
              <a:defRPr sz="1350" b="0" i="0">
                <a:solidFill>
                  <a:srgbClr val="64748B"/>
                </a:solidFill>
              </a:defRPr>
            </a:lvl1pPr>
            <a:lvl2pPr algn="ctr">
              <a:defRPr sz="1350" b="0" i="0">
                <a:solidFill>
                  <a:srgbClr val="64748B"/>
                </a:solidFill>
              </a:defRPr>
            </a:lvl2pPr>
            <a:lvl3pPr algn="ctr">
              <a:defRPr sz="1350" b="0" i="0">
                <a:solidFill>
                  <a:srgbClr val="64748B"/>
                </a:solidFill>
              </a:defRPr>
            </a:lvl3pPr>
            <a:lvl4pPr algn="ctr">
              <a:defRPr sz="1350" b="0" i="0">
                <a:solidFill>
                  <a:srgbClr val="64748B"/>
                </a:solidFill>
              </a:defRPr>
            </a:lvl4pPr>
            <a:lvl5pPr algn="ctr">
              <a:defRPr sz="1350" b="0" i="0">
                <a:solidFill>
                  <a:srgbClr val="64748B"/>
                </a:solidFill>
              </a:defRPr>
            </a:lvl5pPr>
            <a:lvl6pPr algn="ctr">
              <a:defRPr sz="1350" b="0" i="0">
                <a:solidFill>
                  <a:srgbClr val="64748B"/>
                </a:solidFill>
              </a:defRPr>
            </a:lvl6pPr>
            <a:lvl7pPr algn="ctr">
              <a:defRPr sz="1350" b="0" i="0">
                <a:solidFill>
                  <a:srgbClr val="64748B"/>
                </a:solidFill>
              </a:defRPr>
            </a:lvl7pPr>
            <a:lvl8pPr algn="ctr">
              <a:defRPr sz="1350" b="0" i="0">
                <a:solidFill>
                  <a:srgbClr val="64748B"/>
                </a:solidFill>
              </a:defRPr>
            </a:lvl8pPr>
            <a:lvl9pPr algn="ctr">
              <a:defRPr sz="1350" b="0" i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ctr">
              <a:defRPr sz="1350" b="0" i="0">
                <a:solidFill>
                  <a:srgbClr val="64748B"/>
                </a:solidFill>
              </a:defRPr>
            </a:pPr>
            <a:r>
              <a:rPr sz="1350" b="0" i="0">
                <a:solidFill>
                  <a:srgbClr val="64748B"/>
                </a:solidFill>
              </a:rPr>
              <a:t>Integrações externas, como a OpenAI, ficam encapsuladas em um cliente próprio no backend.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8FDEF3-EF00-40DC-9690-8809307B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A9ECF3-D5DC-4D93-84B8-54612983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94A3B8"/>
                </a:solidFill>
              </a:defRPr>
            </a:defPPr>
            <a:lvl1pPr algn="l">
              <a:defRPr sz="750" b="0" i="0">
                <a:solidFill>
                  <a:srgbClr val="94A3B8"/>
                </a:solidFill>
              </a:defRPr>
            </a:lvl1pPr>
            <a:lvl2pPr algn="l">
              <a:defRPr sz="750" b="0" i="0">
                <a:solidFill>
                  <a:srgbClr val="94A3B8"/>
                </a:solidFill>
              </a:defRPr>
            </a:lvl2pPr>
            <a:lvl3pPr algn="l">
              <a:defRPr sz="750" b="0" i="0">
                <a:solidFill>
                  <a:srgbClr val="94A3B8"/>
                </a:solidFill>
              </a:defRPr>
            </a:lvl3pPr>
            <a:lvl4pPr algn="l">
              <a:defRPr sz="750" b="0" i="0">
                <a:solidFill>
                  <a:srgbClr val="94A3B8"/>
                </a:solidFill>
              </a:defRPr>
            </a:lvl4pPr>
            <a:lvl5pPr algn="l">
              <a:defRPr sz="750" b="0" i="0">
                <a:solidFill>
                  <a:srgbClr val="94A3B8"/>
                </a:solidFill>
              </a:defRPr>
            </a:lvl5pPr>
            <a:lvl6pPr algn="l">
              <a:defRPr sz="750" b="0" i="0">
                <a:solidFill>
                  <a:srgbClr val="94A3B8"/>
                </a:solidFill>
              </a:defRPr>
            </a:lvl6pPr>
            <a:lvl7pPr algn="l">
              <a:defRPr sz="750" b="0" i="0">
                <a:solidFill>
                  <a:srgbClr val="94A3B8"/>
                </a:solidFill>
              </a:defRPr>
            </a:lvl7pPr>
            <a:lvl8pPr algn="l">
              <a:defRPr sz="750" b="0" i="0">
                <a:solidFill>
                  <a:srgbClr val="94A3B8"/>
                </a:solidFill>
              </a:defRPr>
            </a:lvl8pPr>
            <a:lvl9pPr algn="l">
              <a:defRPr sz="750" b="0" i="0">
                <a:solidFill>
                  <a:srgbClr val="94A3B8"/>
                </a:solidFill>
              </a:defRPr>
            </a:lvl9pPr>
          </a:lstStyle>
          <a:p xmlns:a="http://schemas.openxmlformats.org/drawingml/2006/main">
            <a:pPr algn="l">
              <a:defRPr sz="750" b="0" i="0">
                <a:solidFill>
                  <a:srgbClr val="94A3B8"/>
                </a:solidFill>
              </a:defRPr>
            </a:pPr>
            <a:r>
              <a:rPr sz="750" b="0" i="0">
                <a:solidFill>
                  <a:srgbClr val="94A3B8"/>
                </a:solidFill>
              </a:rPr>
              <a:t>Projeto de Software  |  2026</a:t>
            </a:r>
          </a:p>
        </p:txBody>
      </p:sp>
    </p:spTree>
    <p:extLst>
      <p:ext uri="{BB962C8B-B14F-4D97-AF65-F5344CB8AC3E}">
        <p14:creationId xmlns:p14="http://schemas.microsoft.com/office/powerpoint/2010/main" val="9583234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1BA1F9-837F-429E-9E57-83723668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2176E8"/>
                </a:solidFill>
              </a:defRPr>
            </a:defPPr>
            <a:lvl1pPr algn="l">
              <a:defRPr sz="975" b="1" i="0">
                <a:solidFill>
                  <a:srgbClr val="2176E8"/>
                </a:solidFill>
              </a:defRPr>
            </a:lvl1pPr>
            <a:lvl2pPr algn="l">
              <a:defRPr sz="975" b="1" i="0">
                <a:solidFill>
                  <a:srgbClr val="2176E8"/>
                </a:solidFill>
              </a:defRPr>
            </a:lvl2pPr>
            <a:lvl3pPr algn="l">
              <a:defRPr sz="975" b="1" i="0">
                <a:solidFill>
                  <a:srgbClr val="2176E8"/>
                </a:solidFill>
              </a:defRPr>
            </a:lvl3pPr>
            <a:lvl4pPr algn="l">
              <a:defRPr sz="975" b="1" i="0">
                <a:solidFill>
                  <a:srgbClr val="2176E8"/>
                </a:solidFill>
              </a:defRPr>
            </a:lvl4pPr>
            <a:lvl5pPr algn="l">
              <a:defRPr sz="975" b="1" i="0">
                <a:solidFill>
                  <a:srgbClr val="2176E8"/>
                </a:solidFill>
              </a:defRPr>
            </a:lvl5pPr>
            <a:lvl6pPr algn="l">
              <a:defRPr sz="975" b="1" i="0">
                <a:solidFill>
                  <a:srgbClr val="2176E8"/>
                </a:solidFill>
              </a:defRPr>
            </a:lvl6pPr>
            <a:lvl7pPr algn="l">
              <a:defRPr sz="975" b="1" i="0">
                <a:solidFill>
                  <a:srgbClr val="2176E8"/>
                </a:solidFill>
              </a:defRPr>
            </a:lvl7pPr>
            <a:lvl8pPr algn="l">
              <a:defRPr sz="975" b="1" i="0">
                <a:solidFill>
                  <a:srgbClr val="2176E8"/>
                </a:solidFill>
              </a:defRPr>
            </a:lvl8pPr>
            <a:lvl9pPr algn="l">
              <a:defRPr sz="975" b="1" i="0">
                <a:solidFill>
                  <a:srgbClr val="2176E8"/>
                </a:solidFill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2176E8"/>
                </a:solidFill>
              </a:defRPr>
            </a:pPr>
            <a:r>
              <a:rPr sz="975" b="1" i="0">
                <a:solidFill>
                  <a:srgbClr val="2176E8"/>
                </a:solidFill>
              </a:rPr>
              <a:t>QUALIDADE E DOCUMENTAÇÃO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D0BB9-3F58-48C9-BC11-D30575AE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 i="0">
                <a:solidFill>
                  <a:srgbClr val="0B172A"/>
                </a:solidFill>
              </a:defRPr>
            </a:defPPr>
            <a:lvl1pPr algn="l">
              <a:defRPr sz="2550" b="1" i="0">
                <a:solidFill>
                  <a:srgbClr val="0B172A"/>
                </a:solidFill>
              </a:defRPr>
            </a:lvl1pPr>
            <a:lvl2pPr algn="l">
              <a:defRPr sz="2550" b="1" i="0">
                <a:solidFill>
                  <a:srgbClr val="0B172A"/>
                </a:solidFill>
              </a:defRPr>
            </a:lvl2pPr>
            <a:lvl3pPr algn="l">
              <a:defRPr sz="2550" b="1" i="0">
                <a:solidFill>
                  <a:srgbClr val="0B172A"/>
                </a:solidFill>
              </a:defRPr>
            </a:lvl3pPr>
            <a:lvl4pPr algn="l">
              <a:defRPr sz="2550" b="1" i="0">
                <a:solidFill>
                  <a:srgbClr val="0B172A"/>
                </a:solidFill>
              </a:defRPr>
            </a:lvl4pPr>
            <a:lvl5pPr algn="l">
              <a:defRPr sz="2550" b="1" i="0">
                <a:solidFill>
                  <a:srgbClr val="0B172A"/>
                </a:solidFill>
              </a:defRPr>
            </a:lvl5pPr>
            <a:lvl6pPr algn="l">
              <a:defRPr sz="2550" b="1" i="0">
                <a:solidFill>
                  <a:srgbClr val="0B172A"/>
                </a:solidFill>
              </a:defRPr>
            </a:lvl6pPr>
            <a:lvl7pPr algn="l">
              <a:defRPr sz="2550" b="1" i="0">
                <a:solidFill>
                  <a:srgbClr val="0B172A"/>
                </a:solidFill>
              </a:defRPr>
            </a:lvl7pPr>
            <a:lvl8pPr algn="l">
              <a:defRPr sz="2550" b="1" i="0">
                <a:solidFill>
                  <a:srgbClr val="0B172A"/>
                </a:solidFill>
              </a:defRPr>
            </a:lvl8pPr>
            <a:lvl9pPr algn="l">
              <a:defRPr sz="2550" b="1" i="0">
                <a:solidFill>
                  <a:srgbClr val="0B172A"/>
                </a:solidFill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0B172A"/>
                </a:solidFill>
              </a:defRPr>
            </a:pPr>
            <a:r>
              <a:rPr sz="2550" b="1" i="0">
                <a:solidFill>
                  <a:srgbClr val="0B172A"/>
                </a:solidFill>
              </a:rPr>
              <a:t>Evidências de entrega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C5CCEE-B360-4CB0-88C8-64823A20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75" b="1" i="0">
                <a:solidFill>
                  <a:srgbClr val="94A3B8"/>
                </a:solidFill>
              </a:defRPr>
            </a:defPPr>
            <a:lvl1pPr algn="r">
              <a:defRPr sz="975" b="1" i="0">
                <a:solidFill>
                  <a:srgbClr val="94A3B8"/>
                </a:solidFill>
              </a:defRPr>
            </a:lvl1pPr>
            <a:lvl2pPr algn="r">
              <a:defRPr sz="975" b="1" i="0">
                <a:solidFill>
                  <a:srgbClr val="94A3B8"/>
                </a:solidFill>
              </a:defRPr>
            </a:lvl2pPr>
            <a:lvl3pPr algn="r">
              <a:defRPr sz="975" b="1" i="0">
                <a:solidFill>
                  <a:srgbClr val="94A3B8"/>
                </a:solidFill>
              </a:defRPr>
            </a:lvl3pPr>
            <a:lvl4pPr algn="r">
              <a:defRPr sz="975" b="1" i="0">
                <a:solidFill>
                  <a:srgbClr val="94A3B8"/>
                </a:solidFill>
              </a:defRPr>
            </a:lvl4pPr>
            <a:lvl5pPr algn="r">
              <a:defRPr sz="975" b="1" i="0">
                <a:solidFill>
                  <a:srgbClr val="94A3B8"/>
                </a:solidFill>
              </a:defRPr>
            </a:lvl5pPr>
            <a:lvl6pPr algn="r">
              <a:defRPr sz="975" b="1" i="0">
                <a:solidFill>
                  <a:srgbClr val="94A3B8"/>
                </a:solidFill>
              </a:defRPr>
            </a:lvl6pPr>
            <a:lvl7pPr algn="r">
              <a:defRPr sz="975" b="1" i="0">
                <a:solidFill>
                  <a:srgbClr val="94A3B8"/>
                </a:solidFill>
              </a:defRPr>
            </a:lvl7pPr>
            <a:lvl8pPr algn="r">
              <a:defRPr sz="975" b="1" i="0">
                <a:solidFill>
                  <a:srgbClr val="94A3B8"/>
                </a:solidFill>
              </a:defRPr>
            </a:lvl8pPr>
            <a:lvl9pPr algn="r">
              <a:defRPr sz="975" b="1" i="0">
                <a:solidFill>
                  <a:srgbClr val="94A3B8"/>
                </a:solidFill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94A3B8"/>
                </a:solidFill>
              </a:defRPr>
            </a:pPr>
            <a:r>
              <a:rPr sz="975" b="1" i="0">
                <a:solidFill>
                  <a:srgbClr val="94A3B8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4B5BC0-2119-499C-98E6-0799CF97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850" b="1" i="0">
                <a:solidFill>
                  <a:srgbClr val="2176E8"/>
                </a:solidFill>
              </a:defRPr>
            </a:defPPr>
            <a:lvl1pPr algn="l">
              <a:defRPr sz="2850" b="1" i="0">
                <a:solidFill>
                  <a:srgbClr val="2176E8"/>
                </a:solidFill>
              </a:defRPr>
            </a:lvl1pPr>
            <a:lvl2pPr algn="l">
              <a:defRPr sz="2850" b="1" i="0">
                <a:solidFill>
                  <a:srgbClr val="2176E8"/>
                </a:solidFill>
              </a:defRPr>
            </a:lvl2pPr>
            <a:lvl3pPr algn="l">
              <a:defRPr sz="2850" b="1" i="0">
                <a:solidFill>
                  <a:srgbClr val="2176E8"/>
                </a:solidFill>
              </a:defRPr>
            </a:lvl3pPr>
            <a:lvl4pPr algn="l">
              <a:defRPr sz="2850" b="1" i="0">
                <a:solidFill>
                  <a:srgbClr val="2176E8"/>
                </a:solidFill>
              </a:defRPr>
            </a:lvl4pPr>
            <a:lvl5pPr algn="l">
              <a:defRPr sz="2850" b="1" i="0">
                <a:solidFill>
                  <a:srgbClr val="2176E8"/>
                </a:solidFill>
              </a:defRPr>
            </a:lvl5pPr>
            <a:lvl6pPr algn="l">
              <a:defRPr sz="2850" b="1" i="0">
                <a:solidFill>
                  <a:srgbClr val="2176E8"/>
                </a:solidFill>
              </a:defRPr>
            </a:lvl6pPr>
            <a:lvl7pPr algn="l">
              <a:defRPr sz="2850" b="1" i="0">
                <a:solidFill>
                  <a:srgbClr val="2176E8"/>
                </a:solidFill>
              </a:defRPr>
            </a:lvl7pPr>
            <a:lvl8pPr algn="l">
              <a:defRPr sz="2850" b="1" i="0">
                <a:solidFill>
                  <a:srgbClr val="2176E8"/>
                </a:solidFill>
              </a:defRPr>
            </a:lvl8pPr>
            <a:lvl9pPr algn="l">
              <a:defRPr sz="2850" b="1" i="0">
                <a:solidFill>
                  <a:srgbClr val="2176E8"/>
                </a:solidFill>
              </a:defRPr>
            </a:lvl9pPr>
          </a:lstStyle>
          <a:p xmlns:a="http://schemas.openxmlformats.org/drawingml/2006/main">
            <a:pPr algn="l">
              <a:defRPr sz="2850" b="1" i="0">
                <a:solidFill>
                  <a:srgbClr val="2176E8"/>
                </a:solidFill>
              </a:defRPr>
            </a:pPr>
            <a:r>
              <a:rPr sz="2850" b="1" i="0">
                <a:solidFill>
                  <a:srgbClr val="2176E8"/>
                </a:solidFill>
              </a:rPr>
              <a:t>3.006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CB982E-129F-416A-BD1E-DC509787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64748B"/>
                </a:solidFill>
              </a:defRPr>
            </a:defPPr>
            <a:lvl1pPr algn="l">
              <a:defRPr sz="1200" b="0" i="0">
                <a:solidFill>
                  <a:srgbClr val="64748B"/>
                </a:solidFill>
              </a:defRPr>
            </a:lvl1pPr>
            <a:lvl2pPr algn="l">
              <a:defRPr sz="1200" b="0" i="0">
                <a:solidFill>
                  <a:srgbClr val="64748B"/>
                </a:solidFill>
              </a:defRPr>
            </a:lvl2pPr>
            <a:lvl3pPr algn="l">
              <a:defRPr sz="1200" b="0" i="0">
                <a:solidFill>
                  <a:srgbClr val="64748B"/>
                </a:solidFill>
              </a:defRPr>
            </a:lvl3pPr>
            <a:lvl4pPr algn="l">
              <a:defRPr sz="1200" b="0" i="0">
                <a:solidFill>
                  <a:srgbClr val="64748B"/>
                </a:solidFill>
              </a:defRPr>
            </a:lvl4pPr>
            <a:lvl5pPr algn="l">
              <a:defRPr sz="1200" b="0" i="0">
                <a:solidFill>
                  <a:srgbClr val="64748B"/>
                </a:solidFill>
              </a:defRPr>
            </a:lvl5pPr>
            <a:lvl6pPr algn="l">
              <a:defRPr sz="1200" b="0" i="0">
                <a:solidFill>
                  <a:srgbClr val="64748B"/>
                </a:solidFill>
              </a:defRPr>
            </a:lvl6pPr>
            <a:lvl7pPr algn="l">
              <a:defRPr sz="1200" b="0" i="0">
                <a:solidFill>
                  <a:srgbClr val="64748B"/>
                </a:solidFill>
              </a:defRPr>
            </a:lvl7pPr>
            <a:lvl8pPr algn="l">
              <a:defRPr sz="1200" b="0" i="0">
                <a:solidFill>
                  <a:srgbClr val="64748B"/>
                </a:solidFill>
              </a:defRPr>
            </a:lvl8pPr>
            <a:lvl9pPr algn="l">
              <a:defRPr sz="1200" b="0" i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questões aprovadas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5E387E-7D1B-4610-932D-7E0767CE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6764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850" b="1" i="0">
                <a:solidFill>
                  <a:srgbClr val="2176E8"/>
                </a:solidFill>
              </a:defRPr>
            </a:defPPr>
            <a:lvl1pPr algn="l">
              <a:defRPr sz="2850" b="1" i="0">
                <a:solidFill>
                  <a:srgbClr val="2176E8"/>
                </a:solidFill>
              </a:defRPr>
            </a:lvl1pPr>
            <a:lvl2pPr algn="l">
              <a:defRPr sz="2850" b="1" i="0">
                <a:solidFill>
                  <a:srgbClr val="2176E8"/>
                </a:solidFill>
              </a:defRPr>
            </a:lvl2pPr>
            <a:lvl3pPr algn="l">
              <a:defRPr sz="2850" b="1" i="0">
                <a:solidFill>
                  <a:srgbClr val="2176E8"/>
                </a:solidFill>
              </a:defRPr>
            </a:lvl3pPr>
            <a:lvl4pPr algn="l">
              <a:defRPr sz="2850" b="1" i="0">
                <a:solidFill>
                  <a:srgbClr val="2176E8"/>
                </a:solidFill>
              </a:defRPr>
            </a:lvl4pPr>
            <a:lvl5pPr algn="l">
              <a:defRPr sz="2850" b="1" i="0">
                <a:solidFill>
                  <a:srgbClr val="2176E8"/>
                </a:solidFill>
              </a:defRPr>
            </a:lvl5pPr>
            <a:lvl6pPr algn="l">
              <a:defRPr sz="2850" b="1" i="0">
                <a:solidFill>
                  <a:srgbClr val="2176E8"/>
                </a:solidFill>
              </a:defRPr>
            </a:lvl6pPr>
            <a:lvl7pPr algn="l">
              <a:defRPr sz="2850" b="1" i="0">
                <a:solidFill>
                  <a:srgbClr val="2176E8"/>
                </a:solidFill>
              </a:defRPr>
            </a:lvl7pPr>
            <a:lvl8pPr algn="l">
              <a:defRPr sz="2850" b="1" i="0">
                <a:solidFill>
                  <a:srgbClr val="2176E8"/>
                </a:solidFill>
              </a:defRPr>
            </a:lvl8pPr>
            <a:lvl9pPr algn="l">
              <a:defRPr sz="2850" b="1" i="0">
                <a:solidFill>
                  <a:srgbClr val="2176E8"/>
                </a:solidFill>
              </a:defRPr>
            </a:lvl9pPr>
          </a:lstStyle>
          <a:p xmlns:a="http://schemas.openxmlformats.org/drawingml/2006/main">
            <a:pPr algn="l">
              <a:defRPr sz="2850" b="1" i="0">
                <a:solidFill>
                  <a:srgbClr val="2176E8"/>
                </a:solidFill>
              </a:defRPr>
            </a:pPr>
            <a:r>
              <a:rPr sz="2850" b="1" i="0">
                <a:solidFill>
                  <a:srgbClr val="2176E8"/>
                </a:solidFill>
              </a:rPr>
              <a:t>1.016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1F1793-3059-47FF-B046-0EB25C41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241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64748B"/>
                </a:solidFill>
              </a:defRPr>
            </a:defPPr>
            <a:lvl1pPr algn="l">
              <a:defRPr sz="1200" b="0" i="0">
                <a:solidFill>
                  <a:srgbClr val="64748B"/>
                </a:solidFill>
              </a:defRPr>
            </a:lvl1pPr>
            <a:lvl2pPr algn="l">
              <a:defRPr sz="1200" b="0" i="0">
                <a:solidFill>
                  <a:srgbClr val="64748B"/>
                </a:solidFill>
              </a:defRPr>
            </a:lvl2pPr>
            <a:lvl3pPr algn="l">
              <a:defRPr sz="1200" b="0" i="0">
                <a:solidFill>
                  <a:srgbClr val="64748B"/>
                </a:solidFill>
              </a:defRPr>
            </a:lvl3pPr>
            <a:lvl4pPr algn="l">
              <a:defRPr sz="1200" b="0" i="0">
                <a:solidFill>
                  <a:srgbClr val="64748B"/>
                </a:solidFill>
              </a:defRPr>
            </a:lvl4pPr>
            <a:lvl5pPr algn="l">
              <a:defRPr sz="1200" b="0" i="0">
                <a:solidFill>
                  <a:srgbClr val="64748B"/>
                </a:solidFill>
              </a:defRPr>
            </a:lvl5pPr>
            <a:lvl6pPr algn="l">
              <a:defRPr sz="1200" b="0" i="0">
                <a:solidFill>
                  <a:srgbClr val="64748B"/>
                </a:solidFill>
              </a:defRPr>
            </a:lvl6pPr>
            <a:lvl7pPr algn="l">
              <a:defRPr sz="1200" b="0" i="0">
                <a:solidFill>
                  <a:srgbClr val="64748B"/>
                </a:solidFill>
              </a:defRPr>
            </a:lvl7pPr>
            <a:lvl8pPr algn="l">
              <a:defRPr sz="1200" b="0" i="0">
                <a:solidFill>
                  <a:srgbClr val="64748B"/>
                </a:solidFill>
              </a:defRPr>
            </a:lvl8pPr>
            <a:lvl9pPr algn="l">
              <a:defRPr sz="1200" b="0" i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com imagens ou gráficos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B4506F-F08A-45B4-A612-825232CA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850" b="1" i="0">
                <a:solidFill>
                  <a:srgbClr val="2176E8"/>
                </a:solidFill>
              </a:defRPr>
            </a:defPPr>
            <a:lvl1pPr algn="l">
              <a:defRPr sz="2850" b="1" i="0">
                <a:solidFill>
                  <a:srgbClr val="2176E8"/>
                </a:solidFill>
              </a:defRPr>
            </a:lvl1pPr>
            <a:lvl2pPr algn="l">
              <a:defRPr sz="2850" b="1" i="0">
                <a:solidFill>
                  <a:srgbClr val="2176E8"/>
                </a:solidFill>
              </a:defRPr>
            </a:lvl2pPr>
            <a:lvl3pPr algn="l">
              <a:defRPr sz="2850" b="1" i="0">
                <a:solidFill>
                  <a:srgbClr val="2176E8"/>
                </a:solidFill>
              </a:defRPr>
            </a:lvl3pPr>
            <a:lvl4pPr algn="l">
              <a:defRPr sz="2850" b="1" i="0">
                <a:solidFill>
                  <a:srgbClr val="2176E8"/>
                </a:solidFill>
              </a:defRPr>
            </a:lvl4pPr>
            <a:lvl5pPr algn="l">
              <a:defRPr sz="2850" b="1" i="0">
                <a:solidFill>
                  <a:srgbClr val="2176E8"/>
                </a:solidFill>
              </a:defRPr>
            </a:lvl5pPr>
            <a:lvl6pPr algn="l">
              <a:defRPr sz="2850" b="1" i="0">
                <a:solidFill>
                  <a:srgbClr val="2176E8"/>
                </a:solidFill>
              </a:defRPr>
            </a:lvl6pPr>
            <a:lvl7pPr algn="l">
              <a:defRPr sz="2850" b="1" i="0">
                <a:solidFill>
                  <a:srgbClr val="2176E8"/>
                </a:solidFill>
              </a:defRPr>
            </a:lvl7pPr>
            <a:lvl8pPr algn="l">
              <a:defRPr sz="2850" b="1" i="0">
                <a:solidFill>
                  <a:srgbClr val="2176E8"/>
                </a:solidFill>
              </a:defRPr>
            </a:lvl8pPr>
            <a:lvl9pPr algn="l">
              <a:defRPr sz="2850" b="1" i="0">
                <a:solidFill>
                  <a:srgbClr val="2176E8"/>
                </a:solidFill>
              </a:defRPr>
            </a:lvl9pPr>
          </a:lstStyle>
          <a:p xmlns:a="http://schemas.openxmlformats.org/drawingml/2006/main">
            <a:pPr algn="l">
              <a:defRPr sz="2850" b="1" i="0">
                <a:solidFill>
                  <a:srgbClr val="2176E8"/>
                </a:solidFill>
              </a:defRPr>
            </a:pPr>
            <a:r>
              <a:rPr sz="2850" b="1" i="0">
                <a:solidFill>
                  <a:srgbClr val="2176E8"/>
                </a:solidFill>
              </a:rPr>
              <a:t>34/34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72F707-6496-4B4E-84FD-64240EDE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241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64748B"/>
                </a:solidFill>
              </a:defRPr>
            </a:defPPr>
            <a:lvl1pPr algn="l">
              <a:defRPr sz="1200" b="0" i="0">
                <a:solidFill>
                  <a:srgbClr val="64748B"/>
                </a:solidFill>
              </a:defRPr>
            </a:lvl1pPr>
            <a:lvl2pPr algn="l">
              <a:defRPr sz="1200" b="0" i="0">
                <a:solidFill>
                  <a:srgbClr val="64748B"/>
                </a:solidFill>
              </a:defRPr>
            </a:lvl2pPr>
            <a:lvl3pPr algn="l">
              <a:defRPr sz="1200" b="0" i="0">
                <a:solidFill>
                  <a:srgbClr val="64748B"/>
                </a:solidFill>
              </a:defRPr>
            </a:lvl3pPr>
            <a:lvl4pPr algn="l">
              <a:defRPr sz="1200" b="0" i="0">
                <a:solidFill>
                  <a:srgbClr val="64748B"/>
                </a:solidFill>
              </a:defRPr>
            </a:lvl4pPr>
            <a:lvl5pPr algn="l">
              <a:defRPr sz="1200" b="0" i="0">
                <a:solidFill>
                  <a:srgbClr val="64748B"/>
                </a:solidFill>
              </a:defRPr>
            </a:lvl5pPr>
            <a:lvl6pPr algn="l">
              <a:defRPr sz="1200" b="0" i="0">
                <a:solidFill>
                  <a:srgbClr val="64748B"/>
                </a:solidFill>
              </a:defRPr>
            </a:lvl6pPr>
            <a:lvl7pPr algn="l">
              <a:defRPr sz="1200" b="0" i="0">
                <a:solidFill>
                  <a:srgbClr val="64748B"/>
                </a:solidFill>
              </a:defRPr>
            </a:lvl7pPr>
            <a:lvl8pPr algn="l">
              <a:defRPr sz="1200" b="0" i="0">
                <a:solidFill>
                  <a:srgbClr val="64748B"/>
                </a:solidFill>
              </a:defRPr>
            </a:lvl8pPr>
            <a:lvl9pPr algn="l">
              <a:defRPr sz="1200" b="0" i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testes de backend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34D2D2-7AE2-4F1D-AEF1-1B06254C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6764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850" b="1" i="0">
                <a:solidFill>
                  <a:srgbClr val="2176E8"/>
                </a:solidFill>
              </a:defRPr>
            </a:defPPr>
            <a:lvl1pPr algn="l">
              <a:defRPr sz="2850" b="1" i="0">
                <a:solidFill>
                  <a:srgbClr val="2176E8"/>
                </a:solidFill>
              </a:defRPr>
            </a:lvl1pPr>
            <a:lvl2pPr algn="l">
              <a:defRPr sz="2850" b="1" i="0">
                <a:solidFill>
                  <a:srgbClr val="2176E8"/>
                </a:solidFill>
              </a:defRPr>
            </a:lvl2pPr>
            <a:lvl3pPr algn="l">
              <a:defRPr sz="2850" b="1" i="0">
                <a:solidFill>
                  <a:srgbClr val="2176E8"/>
                </a:solidFill>
              </a:defRPr>
            </a:lvl3pPr>
            <a:lvl4pPr algn="l">
              <a:defRPr sz="2850" b="1" i="0">
                <a:solidFill>
                  <a:srgbClr val="2176E8"/>
                </a:solidFill>
              </a:defRPr>
            </a:lvl4pPr>
            <a:lvl5pPr algn="l">
              <a:defRPr sz="2850" b="1" i="0">
                <a:solidFill>
                  <a:srgbClr val="2176E8"/>
                </a:solidFill>
              </a:defRPr>
            </a:lvl5pPr>
            <a:lvl6pPr algn="l">
              <a:defRPr sz="2850" b="1" i="0">
                <a:solidFill>
                  <a:srgbClr val="2176E8"/>
                </a:solidFill>
              </a:defRPr>
            </a:lvl6pPr>
            <a:lvl7pPr algn="l">
              <a:defRPr sz="2850" b="1" i="0">
                <a:solidFill>
                  <a:srgbClr val="2176E8"/>
                </a:solidFill>
              </a:defRPr>
            </a:lvl7pPr>
            <a:lvl8pPr algn="l">
              <a:defRPr sz="2850" b="1" i="0">
                <a:solidFill>
                  <a:srgbClr val="2176E8"/>
                </a:solidFill>
              </a:defRPr>
            </a:lvl8pPr>
            <a:lvl9pPr algn="l">
              <a:defRPr sz="2850" b="1" i="0">
                <a:solidFill>
                  <a:srgbClr val="2176E8"/>
                </a:solidFill>
              </a:defRPr>
            </a:lvl9pPr>
          </a:lstStyle>
          <a:p xmlns:a="http://schemas.openxmlformats.org/drawingml/2006/main">
            <a:pPr algn="l">
              <a:defRPr sz="2850" b="1" i="0">
                <a:solidFill>
                  <a:srgbClr val="2176E8"/>
                </a:solidFill>
              </a:defRPr>
            </a:pPr>
            <a:r>
              <a:rPr sz="2850" b="1" i="0">
                <a:solidFill>
                  <a:srgbClr val="2176E8"/>
                </a:solidFill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D6FB8A-44CE-49B9-8998-BEC5A8F6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241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64748B"/>
                </a:solidFill>
              </a:defRPr>
            </a:defPPr>
            <a:lvl1pPr algn="l">
              <a:defRPr sz="1200" b="0" i="0">
                <a:solidFill>
                  <a:srgbClr val="64748B"/>
                </a:solidFill>
              </a:defRPr>
            </a:lvl1pPr>
            <a:lvl2pPr algn="l">
              <a:defRPr sz="1200" b="0" i="0">
                <a:solidFill>
                  <a:srgbClr val="64748B"/>
                </a:solidFill>
              </a:defRPr>
            </a:lvl2pPr>
            <a:lvl3pPr algn="l">
              <a:defRPr sz="1200" b="0" i="0">
                <a:solidFill>
                  <a:srgbClr val="64748B"/>
                </a:solidFill>
              </a:defRPr>
            </a:lvl3pPr>
            <a:lvl4pPr algn="l">
              <a:defRPr sz="1200" b="0" i="0">
                <a:solidFill>
                  <a:srgbClr val="64748B"/>
                </a:solidFill>
              </a:defRPr>
            </a:lvl4pPr>
            <a:lvl5pPr algn="l">
              <a:defRPr sz="1200" b="0" i="0">
                <a:solidFill>
                  <a:srgbClr val="64748B"/>
                </a:solidFill>
              </a:defRPr>
            </a:lvl5pPr>
            <a:lvl6pPr algn="l">
              <a:defRPr sz="1200" b="0" i="0">
                <a:solidFill>
                  <a:srgbClr val="64748B"/>
                </a:solidFill>
              </a:defRPr>
            </a:lvl6pPr>
            <a:lvl7pPr algn="l">
              <a:defRPr sz="1200" b="0" i="0">
                <a:solidFill>
                  <a:srgbClr val="64748B"/>
                </a:solidFill>
              </a:defRPr>
            </a:lvl7pPr>
            <a:lvl8pPr algn="l">
              <a:defRPr sz="1200" b="0" i="0">
                <a:solidFill>
                  <a:srgbClr val="64748B"/>
                </a:solidFill>
              </a:defRPr>
            </a:lvl8pPr>
            <a:lvl9pPr algn="l">
              <a:defRPr sz="1200" b="0" i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vulnerabilidades de produção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9C196B-16CE-4890-A95D-C5A202D7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2E5D8F-C44E-4883-8BE7-6E4B5C21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 i="0">
                <a:solidFill>
                  <a:srgbClr val="0B172A"/>
                </a:solidFill>
              </a:defRPr>
            </a:defPPr>
            <a:lvl1pPr algn="l">
              <a:defRPr sz="1650" b="1" i="0">
                <a:solidFill>
                  <a:srgbClr val="0B172A"/>
                </a:solidFill>
              </a:defRPr>
            </a:lvl1pPr>
            <a:lvl2pPr algn="l">
              <a:defRPr sz="1650" b="1" i="0">
                <a:solidFill>
                  <a:srgbClr val="0B172A"/>
                </a:solidFill>
              </a:defRPr>
            </a:lvl2pPr>
            <a:lvl3pPr algn="l">
              <a:defRPr sz="1650" b="1" i="0">
                <a:solidFill>
                  <a:srgbClr val="0B172A"/>
                </a:solidFill>
              </a:defRPr>
            </a:lvl3pPr>
            <a:lvl4pPr algn="l">
              <a:defRPr sz="1650" b="1" i="0">
                <a:solidFill>
                  <a:srgbClr val="0B172A"/>
                </a:solidFill>
              </a:defRPr>
            </a:lvl4pPr>
            <a:lvl5pPr algn="l">
              <a:defRPr sz="1650" b="1" i="0">
                <a:solidFill>
                  <a:srgbClr val="0B172A"/>
                </a:solidFill>
              </a:defRPr>
            </a:lvl5pPr>
            <a:lvl6pPr algn="l">
              <a:defRPr sz="1650" b="1" i="0">
                <a:solidFill>
                  <a:srgbClr val="0B172A"/>
                </a:solidFill>
              </a:defRPr>
            </a:lvl6pPr>
            <a:lvl7pPr algn="l">
              <a:defRPr sz="1650" b="1" i="0">
                <a:solidFill>
                  <a:srgbClr val="0B172A"/>
                </a:solidFill>
              </a:defRPr>
            </a:lvl7pPr>
            <a:lvl8pPr algn="l">
              <a:defRPr sz="1650" b="1" i="0">
                <a:solidFill>
                  <a:srgbClr val="0B172A"/>
                </a:solidFill>
              </a:defRPr>
            </a:lvl8pPr>
            <a:lvl9pPr algn="l">
              <a:defRPr sz="1650" b="1" i="0">
                <a:solidFill>
                  <a:srgbClr val="0B172A"/>
                </a:solidFill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0B172A"/>
                </a:solidFill>
              </a:defRPr>
            </a:pPr>
            <a:r>
              <a:rPr sz="1650" b="1" i="0">
                <a:solidFill>
                  <a:srgbClr val="0B172A"/>
                </a:solidFill>
              </a:rPr>
              <a:t>Tecnologias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54C71D-04EE-4FB1-B737-6FD005E5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 i="0">
                <a:solidFill>
                  <a:srgbClr val="172033"/>
                </a:solidFill>
              </a:defRPr>
            </a:defPPr>
            <a:lvl1pPr algn="l">
              <a:defRPr sz="1425" b="0" i="0">
                <a:solidFill>
                  <a:srgbClr val="172033"/>
                </a:solidFill>
              </a:defRPr>
            </a:lvl1pPr>
            <a:lvl2pPr algn="l">
              <a:defRPr sz="1425" b="0" i="0">
                <a:solidFill>
                  <a:srgbClr val="172033"/>
                </a:solidFill>
              </a:defRPr>
            </a:lvl2pPr>
            <a:lvl3pPr algn="l">
              <a:defRPr sz="1425" b="0" i="0">
                <a:solidFill>
                  <a:srgbClr val="172033"/>
                </a:solidFill>
              </a:defRPr>
            </a:lvl3pPr>
            <a:lvl4pPr algn="l">
              <a:defRPr sz="1425" b="0" i="0">
                <a:solidFill>
                  <a:srgbClr val="172033"/>
                </a:solidFill>
              </a:defRPr>
            </a:lvl4pPr>
            <a:lvl5pPr algn="l">
              <a:defRPr sz="1425" b="0" i="0">
                <a:solidFill>
                  <a:srgbClr val="172033"/>
                </a:solidFill>
              </a:defRPr>
            </a:lvl5pPr>
            <a:lvl6pPr algn="l">
              <a:defRPr sz="1425" b="0" i="0">
                <a:solidFill>
                  <a:srgbClr val="172033"/>
                </a:solidFill>
              </a:defRPr>
            </a:lvl6pPr>
            <a:lvl7pPr algn="l">
              <a:defRPr sz="1425" b="0" i="0">
                <a:solidFill>
                  <a:srgbClr val="172033"/>
                </a:solidFill>
              </a:defRPr>
            </a:lvl7pPr>
            <a:lvl8pPr algn="l">
              <a:defRPr sz="1425" b="0" i="0">
                <a:solidFill>
                  <a:srgbClr val="172033"/>
                </a:solidFill>
              </a:defRPr>
            </a:lvl8pPr>
            <a:lvl9pPr algn="l">
              <a:defRPr sz="1425" b="0" i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172033"/>
                </a:solidFill>
              </a:defRPr>
            </a:pPr>
            <a:r>
              <a:rPr sz="1425" b="0" i="0">
                <a:solidFill>
                  <a:srgbClr val="172033"/>
                </a:solidFill>
              </a:rPr>
              <a:t>React 19  ·  TypeScript  ·  Vite  ·  Tailwind CSS</a:t>
            </a:r>
          </a:p>
          <a:p xmlns:a="http://schemas.openxmlformats.org/drawingml/2006/main">
            <a:pPr algn="l">
              <a:defRPr sz="1425" b="0" i="0">
                <a:solidFill>
                  <a:srgbClr val="172033"/>
                </a:solidFill>
              </a:defRPr>
            </a:pPr>
            <a:r>
              <a:rPr sz="1425" b="0" i="0">
                <a:solidFill>
                  <a:srgbClr val="172033"/>
                </a:solidFill>
              </a:rPr>
              <a:t>Flask  ·  SQLAlchemy  ·  JWT  ·  SQLite  ·  pytest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C143B3-504A-42E1-86A1-FE9657BE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09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 i="0">
                <a:solidFill>
                  <a:srgbClr val="0B172A"/>
                </a:solidFill>
              </a:defRPr>
            </a:defPPr>
            <a:lvl1pPr algn="l">
              <a:defRPr sz="1650" b="1" i="0">
                <a:solidFill>
                  <a:srgbClr val="0B172A"/>
                </a:solidFill>
              </a:defRPr>
            </a:lvl1pPr>
            <a:lvl2pPr algn="l">
              <a:defRPr sz="1650" b="1" i="0">
                <a:solidFill>
                  <a:srgbClr val="0B172A"/>
                </a:solidFill>
              </a:defRPr>
            </a:lvl2pPr>
            <a:lvl3pPr algn="l">
              <a:defRPr sz="1650" b="1" i="0">
                <a:solidFill>
                  <a:srgbClr val="0B172A"/>
                </a:solidFill>
              </a:defRPr>
            </a:lvl3pPr>
            <a:lvl4pPr algn="l">
              <a:defRPr sz="1650" b="1" i="0">
                <a:solidFill>
                  <a:srgbClr val="0B172A"/>
                </a:solidFill>
              </a:defRPr>
            </a:lvl4pPr>
            <a:lvl5pPr algn="l">
              <a:defRPr sz="1650" b="1" i="0">
                <a:solidFill>
                  <a:srgbClr val="0B172A"/>
                </a:solidFill>
              </a:defRPr>
            </a:lvl5pPr>
            <a:lvl6pPr algn="l">
              <a:defRPr sz="1650" b="1" i="0">
                <a:solidFill>
                  <a:srgbClr val="0B172A"/>
                </a:solidFill>
              </a:defRPr>
            </a:lvl6pPr>
            <a:lvl7pPr algn="l">
              <a:defRPr sz="1650" b="1" i="0">
                <a:solidFill>
                  <a:srgbClr val="0B172A"/>
                </a:solidFill>
              </a:defRPr>
            </a:lvl7pPr>
            <a:lvl8pPr algn="l">
              <a:defRPr sz="1650" b="1" i="0">
                <a:solidFill>
                  <a:srgbClr val="0B172A"/>
                </a:solidFill>
              </a:defRPr>
            </a:lvl8pPr>
            <a:lvl9pPr algn="l">
              <a:defRPr sz="1650" b="1" i="0">
                <a:solidFill>
                  <a:srgbClr val="0B172A"/>
                </a:solidFill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0B172A"/>
                </a:solidFill>
              </a:defRPr>
            </a:pPr>
            <a:r>
              <a:rPr sz="1650" b="1" i="0">
                <a:solidFill>
                  <a:srgbClr val="0B172A"/>
                </a:solidFill>
              </a:rPr>
              <a:t>Documentação entregue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0D0929-3554-407B-BA37-4308F35C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447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 i="0">
                <a:solidFill>
                  <a:srgbClr val="172033"/>
                </a:solidFill>
              </a:defRPr>
            </a:defPPr>
            <a:lvl1pPr algn="l">
              <a:defRPr sz="1425" b="0" i="0">
                <a:solidFill>
                  <a:srgbClr val="172033"/>
                </a:solidFill>
              </a:defRPr>
            </a:lvl1pPr>
            <a:lvl2pPr algn="l">
              <a:defRPr sz="1425" b="0" i="0">
                <a:solidFill>
                  <a:srgbClr val="172033"/>
                </a:solidFill>
              </a:defRPr>
            </a:lvl2pPr>
            <a:lvl3pPr algn="l">
              <a:defRPr sz="1425" b="0" i="0">
                <a:solidFill>
                  <a:srgbClr val="172033"/>
                </a:solidFill>
              </a:defRPr>
            </a:lvl3pPr>
            <a:lvl4pPr algn="l">
              <a:defRPr sz="1425" b="0" i="0">
                <a:solidFill>
                  <a:srgbClr val="172033"/>
                </a:solidFill>
              </a:defRPr>
            </a:lvl4pPr>
            <a:lvl5pPr algn="l">
              <a:defRPr sz="1425" b="0" i="0">
                <a:solidFill>
                  <a:srgbClr val="172033"/>
                </a:solidFill>
              </a:defRPr>
            </a:lvl5pPr>
            <a:lvl6pPr algn="l">
              <a:defRPr sz="1425" b="0" i="0">
                <a:solidFill>
                  <a:srgbClr val="172033"/>
                </a:solidFill>
              </a:defRPr>
            </a:lvl6pPr>
            <a:lvl7pPr algn="l">
              <a:defRPr sz="1425" b="0" i="0">
                <a:solidFill>
                  <a:srgbClr val="172033"/>
                </a:solidFill>
              </a:defRPr>
            </a:lvl7pPr>
            <a:lvl8pPr algn="l">
              <a:defRPr sz="1425" b="0" i="0">
                <a:solidFill>
                  <a:srgbClr val="172033"/>
                </a:solidFill>
              </a:defRPr>
            </a:lvl8pPr>
            <a:lvl9pPr algn="l">
              <a:defRPr sz="1425" b="0" i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172033"/>
                </a:solidFill>
              </a:defRPr>
            </a:pPr>
            <a:r>
              <a:rPr sz="1425" b="0" i="0">
                <a:solidFill>
                  <a:srgbClr val="172033"/>
                </a:solidFill>
              </a:rPr>
              <a:t>README com 20 funcionalidades completas</a:t>
            </a:r>
          </a:p>
          <a:p xmlns:a="http://schemas.openxmlformats.org/drawingml/2006/main">
            <a:pPr algn="l">
              <a:defRPr sz="1425" b="0" i="0">
                <a:solidFill>
                  <a:srgbClr val="172033"/>
                </a:solidFill>
              </a:defRPr>
            </a:pPr>
            <a:r>
              <a:rPr sz="1425" b="0" i="0">
                <a:solidFill>
                  <a:srgbClr val="172033"/>
                </a:solidFill>
              </a:rPr>
              <a:t>Diagrama de classes do domínio</a:t>
            </a:r>
          </a:p>
          <a:p xmlns:a="http://schemas.openxmlformats.org/drawingml/2006/main">
            <a:pPr algn="l">
              <a:defRPr sz="1425" b="0" i="0">
                <a:solidFill>
                  <a:srgbClr val="172033"/>
                </a:solidFill>
              </a:defRPr>
            </a:pPr>
            <a:r>
              <a:rPr sz="1425" b="0" i="0">
                <a:solidFill>
                  <a:srgbClr val="172033"/>
                </a:solidFill>
              </a:rPr>
              <a:t>Fluxogramas de entrada e recuperação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FDEE9F-6A45-4EF8-B9F0-1BD0D236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673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800" b="1" i="0">
                <a:solidFill>
                  <a:srgbClr val="0B172A"/>
                </a:solidFill>
              </a:defRPr>
            </a:defPPr>
            <a:lvl1pPr algn="ctr">
              <a:defRPr sz="1800" b="1" i="0">
                <a:solidFill>
                  <a:srgbClr val="0B172A"/>
                </a:solidFill>
              </a:defRPr>
            </a:lvl1pPr>
            <a:lvl2pPr algn="ctr">
              <a:defRPr sz="1800" b="1" i="0">
                <a:solidFill>
                  <a:srgbClr val="0B172A"/>
                </a:solidFill>
              </a:defRPr>
            </a:lvl2pPr>
            <a:lvl3pPr algn="ctr">
              <a:defRPr sz="1800" b="1" i="0">
                <a:solidFill>
                  <a:srgbClr val="0B172A"/>
                </a:solidFill>
              </a:defRPr>
            </a:lvl3pPr>
            <a:lvl4pPr algn="ctr">
              <a:defRPr sz="1800" b="1" i="0">
                <a:solidFill>
                  <a:srgbClr val="0B172A"/>
                </a:solidFill>
              </a:defRPr>
            </a:lvl4pPr>
            <a:lvl5pPr algn="ctr">
              <a:defRPr sz="1800" b="1" i="0">
                <a:solidFill>
                  <a:srgbClr val="0B172A"/>
                </a:solidFill>
              </a:defRPr>
            </a:lvl5pPr>
            <a:lvl6pPr algn="ctr">
              <a:defRPr sz="1800" b="1" i="0">
                <a:solidFill>
                  <a:srgbClr val="0B172A"/>
                </a:solidFill>
              </a:defRPr>
            </a:lvl6pPr>
            <a:lvl7pPr algn="ctr">
              <a:defRPr sz="1800" b="1" i="0">
                <a:solidFill>
                  <a:srgbClr val="0B172A"/>
                </a:solidFill>
              </a:defRPr>
            </a:lvl7pPr>
            <a:lvl8pPr algn="ctr">
              <a:defRPr sz="1800" b="1" i="0">
                <a:solidFill>
                  <a:srgbClr val="0B172A"/>
                </a:solidFill>
              </a:defRPr>
            </a:lvl8pPr>
            <a:lvl9pPr algn="ctr">
              <a:defRPr sz="1800" b="1" i="0">
                <a:solidFill>
                  <a:srgbClr val="0B172A"/>
                </a:solidFill>
              </a:defRPr>
            </a:lvl9pPr>
          </a:lstStyle>
          <a:p xmlns:a="http://schemas.openxmlformats.org/drawingml/2006/main">
            <a:pPr algn="ctr">
              <a:defRPr sz="1800" b="1" i="0">
                <a:solidFill>
                  <a:srgbClr val="0B172A"/>
                </a:solidFill>
              </a:defRPr>
            </a:pPr>
            <a:r>
              <a:rPr sz="1800" b="1" i="0">
                <a:solidFill>
                  <a:srgbClr val="0B172A"/>
                </a:solidFill>
              </a:rPr>
              <a:t>O Evolvo complementa o estudo ao transformar desempenho em treino dirigido, sem substituir escola, cursinho ou professor.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3BE1E7-D8F5-43FC-8D5D-188B5EE7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5BC69A-0B0E-4F47-B99B-9C973D65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94A3B8"/>
                </a:solidFill>
              </a:defRPr>
            </a:defPPr>
            <a:lvl1pPr algn="l">
              <a:defRPr sz="750" b="0" i="0">
                <a:solidFill>
                  <a:srgbClr val="94A3B8"/>
                </a:solidFill>
              </a:defRPr>
            </a:lvl1pPr>
            <a:lvl2pPr algn="l">
              <a:defRPr sz="750" b="0" i="0">
                <a:solidFill>
                  <a:srgbClr val="94A3B8"/>
                </a:solidFill>
              </a:defRPr>
            </a:lvl2pPr>
            <a:lvl3pPr algn="l">
              <a:defRPr sz="750" b="0" i="0">
                <a:solidFill>
                  <a:srgbClr val="94A3B8"/>
                </a:solidFill>
              </a:defRPr>
            </a:lvl3pPr>
            <a:lvl4pPr algn="l">
              <a:defRPr sz="750" b="0" i="0">
                <a:solidFill>
                  <a:srgbClr val="94A3B8"/>
                </a:solidFill>
              </a:defRPr>
            </a:lvl4pPr>
            <a:lvl5pPr algn="l">
              <a:defRPr sz="750" b="0" i="0">
                <a:solidFill>
                  <a:srgbClr val="94A3B8"/>
                </a:solidFill>
              </a:defRPr>
            </a:lvl5pPr>
            <a:lvl6pPr algn="l">
              <a:defRPr sz="750" b="0" i="0">
                <a:solidFill>
                  <a:srgbClr val="94A3B8"/>
                </a:solidFill>
              </a:defRPr>
            </a:lvl6pPr>
            <a:lvl7pPr algn="l">
              <a:defRPr sz="750" b="0" i="0">
                <a:solidFill>
                  <a:srgbClr val="94A3B8"/>
                </a:solidFill>
              </a:defRPr>
            </a:lvl7pPr>
            <a:lvl8pPr algn="l">
              <a:defRPr sz="750" b="0" i="0">
                <a:solidFill>
                  <a:srgbClr val="94A3B8"/>
                </a:solidFill>
              </a:defRPr>
            </a:lvl8pPr>
            <a:lvl9pPr algn="l">
              <a:defRPr sz="750" b="0" i="0">
                <a:solidFill>
                  <a:srgbClr val="94A3B8"/>
                </a:solidFill>
              </a:defRPr>
            </a:lvl9pPr>
          </a:lstStyle>
          <a:p xmlns:a="http://schemas.openxmlformats.org/drawingml/2006/main">
            <a:pPr algn="l">
              <a:defRPr sz="750" b="0" i="0">
                <a:solidFill>
                  <a:srgbClr val="94A3B8"/>
                </a:solidFill>
              </a:defRPr>
            </a:pPr>
            <a:r>
              <a:rPr sz="750" b="0" i="0">
                <a:solidFill>
                  <a:srgbClr val="94A3B8"/>
                </a:solidFill>
              </a:rPr>
              <a:t>Projeto de Software  |  2026</a:t>
            </a:r>
          </a:p>
        </p:txBody>
      </p:sp>
    </p:spTree>
    <p:extLst>
      <p:ext uri="{BB962C8B-B14F-4D97-AF65-F5344CB8AC3E}">
        <p14:creationId xmlns:p14="http://schemas.microsoft.com/office/powerpoint/2010/main" val="20946232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2026-10-24T02:18:09.6270000Z</dcterms:created>
  <dcterms:modified xsi:type="dcterms:W3CDTF">2026-10-24T02:18:09.6270000Z</dcterms:modified>
</coreProperties>
</file>